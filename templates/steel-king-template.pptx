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3C7D4D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8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3.8</c:v>
                </c:pt>
                <c:pt idx="2">
                  <c:v>3.1</c:v>
                </c:pt>
                <c:pt idx="3">
                  <c:v>3.4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18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Title should be a claim, not 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Five items max. Time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SECTION. Chapter break. Three or four per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TITLE_CONTENT. The workhorse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TWO_CONTENT. Keep both columns the same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THREE_CARDS. Pillars, priorities, or offers. Three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BIG_NUMBERS. Three numbers. If you have four, pick the three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CONTENT_VISUAL. Text left, one visual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FULL_VISUAL. Native PowerPoint charts. Never paste an Excel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COMPARISON. Always end with a recommendation. Never show options without a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TIMELINE. Four steps. Owner in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KEY_MESSAGE. Use when you want the room to stop and read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NEXT_STEPS. Every deck ends here. Owner and date on every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Restate the decision, not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COVER_MASCOT. Dealer meetings, sales kickoffs, trade show decks. Do not use for executive committee or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image" Target="../media/KEY_MESSAGE-image-2.jpeg"/><Relationship Id="rId3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3" Type="http://schemas.openxmlformats.org/officeDocument/2006/relationships/image" Target="../media/COVER_MASCOT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58368"/>
            <a:ext cx="2377440" cy="803189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212848"/>
            <a:ext cx="69494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4" name="Shape 0"/>
          <p:cNvSpPr/>
          <p:nvPr/>
        </p:nvSpPr>
        <p:spPr>
          <a:xfrm>
            <a:off x="731520" y="268833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731520" y="2907792"/>
            <a:ext cx="6949440" cy="1627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6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4663440"/>
            <a:ext cx="69494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5998464"/>
            <a:ext cx="69494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|  Audience  |  Month Year</a:t>
            </a:r>
            <a:endParaRPr lang="en-US" sz="1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2212848"/>
            <a:ext cx="29260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00" dirty="0"/>
          </a:p>
        </p:txBody>
      </p:sp>
      <p:sp>
        <p:nvSpPr>
          <p:cNvPr id="4" name="Shape 0"/>
          <p:cNvSpPr/>
          <p:nvPr/>
        </p:nvSpPr>
        <p:spPr>
          <a:xfrm>
            <a:off x="731520" y="3712464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731520" y="3986784"/>
            <a:ext cx="69494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</a:t>
            </a:r>
            <a:endParaRPr lang="en-US" sz="38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4956048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section settles.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and what we decide.</a:t>
            </a:r>
            <a:endParaRPr lang="en-US" sz="16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216712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1508760" y="21671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8869680" y="2167128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731520" y="2770632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731520" y="291693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1508760" y="2916936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1" name="Text 3"/>
          <p:cNvSpPr txBox="1"/>
          <p:nvPr>
            <p:ph idx="109" type="body" hasCustomPrompt="1"/>
          </p:nvPr>
        </p:nvSpPr>
        <p:spPr>
          <a:xfrm>
            <a:off x="8869680" y="2916936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731520" y="3520440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3" name="Text 4"/>
          <p:cNvSpPr txBox="1"/>
          <p:nvPr/>
        </p:nvSpPr>
        <p:spPr>
          <a:xfrm>
            <a:off x="731520" y="366674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1508760" y="3666744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5" name="Text 5"/>
          <p:cNvSpPr txBox="1"/>
          <p:nvPr>
            <p:ph idx="113" type="body" hasCustomPrompt="1"/>
          </p:nvPr>
        </p:nvSpPr>
        <p:spPr>
          <a:xfrm>
            <a:off x="8869680" y="3666744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5"/>
          <p:cNvSpPr/>
          <p:nvPr/>
        </p:nvSpPr>
        <p:spPr>
          <a:xfrm>
            <a:off x="731520" y="4270248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7" name="Text 6"/>
          <p:cNvSpPr txBox="1"/>
          <p:nvPr/>
        </p:nvSpPr>
        <p:spPr>
          <a:xfrm>
            <a:off x="731520" y="44165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1508760" y="4416552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869680" y="4416552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0" name="Shape 7"/>
          <p:cNvSpPr/>
          <p:nvPr/>
        </p:nvSpPr>
        <p:spPr>
          <a:xfrm>
            <a:off x="731520" y="5020056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21" name="Text 8"/>
          <p:cNvSpPr txBox="1"/>
          <p:nvPr/>
        </p:nvSpPr>
        <p:spPr>
          <a:xfrm>
            <a:off x="731520" y="516636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9"/>
          <p:cNvSpPr txBox="1"/>
          <p:nvPr>
            <p:ph idx="120" type="body" hasCustomPrompt="1"/>
          </p:nvPr>
        </p:nvSpPr>
        <p:spPr>
          <a:xfrm>
            <a:off x="1508760" y="51663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item</a:t>
            </a:r>
            <a:endParaRPr lang="en-US" sz="1700" dirty="0"/>
          </a:p>
        </p:txBody>
      </p:sp>
      <p:sp>
        <p:nvSpPr>
          <p:cNvPr id="23" name="Text 9"/>
          <p:cNvSpPr txBox="1"/>
          <p:nvPr>
            <p:ph idx="121" type="body" hasCustomPrompt="1"/>
          </p:nvPr>
        </p:nvSpPr>
        <p:spPr>
          <a:xfrm>
            <a:off x="8869680" y="5166360"/>
            <a:ext cx="258775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4" name="Shape 9"/>
          <p:cNvSpPr/>
          <p:nvPr/>
        </p:nvSpPr>
        <p:spPr>
          <a:xfrm>
            <a:off x="731520" y="5769864"/>
            <a:ext cx="10728655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pic>
        <p:nvPicPr>
          <p:cNvPr id="25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content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51206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HEADING</a:t>
            </a:r>
            <a:endParaRPr lang="en-US" sz="1100" dirty="0"/>
          </a:p>
        </p:txBody>
      </p:sp>
      <p:sp>
        <p:nvSpPr>
          <p:cNvPr id="6" name="Shape 0"/>
          <p:cNvSpPr/>
          <p:nvPr/>
        </p:nvSpPr>
        <p:spPr>
          <a:xfrm>
            <a:off x="731520" y="2505456"/>
            <a:ext cx="5120640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2651760"/>
            <a:ext cx="5120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content</a:t>
            </a:r>
            <a:endParaRPr lang="en-US" sz="15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6519672" y="2121408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HEADING</a:t>
            </a:r>
            <a:endParaRPr lang="en-US" sz="1100" dirty="0"/>
          </a:p>
        </p:txBody>
      </p:sp>
      <p:sp>
        <p:nvSpPr>
          <p:cNvPr id="9" name="Shape 1"/>
          <p:cNvSpPr/>
          <p:nvPr/>
        </p:nvSpPr>
        <p:spPr>
          <a:xfrm>
            <a:off x="6519672" y="2505456"/>
            <a:ext cx="4937760" cy="0"/>
          </a:xfrm>
          <a:prstGeom prst="line">
            <a:avLst/>
          </a:prstGeom>
          <a:noFill/>
          <a:ln w="12700">
            <a:solidFill>
              <a:srgbClr val="E2E6E3"/>
            </a:solidFill>
            <a:prstDash val="solid"/>
          </a:ln>
        </p:spPr>
      </p:sp>
      <p:sp>
        <p:nvSpPr>
          <p:cNvPr id="10" name="Text 2"/>
          <p:cNvSpPr txBox="1"/>
          <p:nvPr>
            <p:ph idx="108" type="body" hasCustomPrompt="1"/>
          </p:nvPr>
        </p:nvSpPr>
        <p:spPr>
          <a:xfrm>
            <a:off x="6519672" y="2651760"/>
            <a:ext cx="49377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content</a:t>
            </a:r>
            <a:endParaRPr lang="en-US" sz="1500" dirty="0"/>
          </a:p>
        </p:txBody>
      </p:sp>
      <p:sp>
        <p:nvSpPr>
          <p:cNvPr id="11" name="Text 2"/>
          <p:cNvSpPr txBox="1"/>
          <p:nvPr>
            <p:ph idx="109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2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_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6" name="Text 1"/>
          <p:cNvSpPr txBox="1"/>
          <p:nvPr/>
        </p:nvSpPr>
        <p:spPr>
          <a:xfrm>
            <a:off x="1097280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2"/>
          <p:cNvSpPr/>
          <p:nvPr/>
        </p:nvSpPr>
        <p:spPr>
          <a:xfrm>
            <a:off x="1097280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1097280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idx="107" type="body" hasCustomPrompt="1"/>
          </p:nvPr>
        </p:nvSpPr>
        <p:spPr>
          <a:xfrm>
            <a:off x="1097280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0" name="Shape 3"/>
          <p:cNvSpPr/>
          <p:nvPr/>
        </p:nvSpPr>
        <p:spPr>
          <a:xfrm>
            <a:off x="4407408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1" name="Text 4"/>
          <p:cNvSpPr txBox="1"/>
          <p:nvPr/>
        </p:nvSpPr>
        <p:spPr>
          <a:xfrm>
            <a:off x="4773168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4773168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4773168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773168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5" name="Shape 6"/>
          <p:cNvSpPr/>
          <p:nvPr/>
        </p:nvSpPr>
        <p:spPr>
          <a:xfrm>
            <a:off x="8083296" y="2121408"/>
            <a:ext cx="3392424" cy="3584448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6" name="Text 7"/>
          <p:cNvSpPr txBox="1"/>
          <p:nvPr/>
        </p:nvSpPr>
        <p:spPr>
          <a:xfrm>
            <a:off x="8449056" y="24323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Shape 8"/>
          <p:cNvSpPr/>
          <p:nvPr/>
        </p:nvSpPr>
        <p:spPr>
          <a:xfrm>
            <a:off x="8449056" y="3017520"/>
            <a:ext cx="548640" cy="4114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8449056" y="3255264"/>
            <a:ext cx="266090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idx="117" type="body" hasCustomPrompt="1"/>
          </p:nvPr>
        </p:nvSpPr>
        <p:spPr>
          <a:xfrm>
            <a:off x="8449056" y="3986784"/>
            <a:ext cx="2660904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20" name="Text 9"/>
          <p:cNvSpPr txBox="1"/>
          <p:nvPr>
            <p:ph idx="118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21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NUMB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731520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9" name="Shape 1"/>
          <p:cNvSpPr/>
          <p:nvPr/>
        </p:nvSpPr>
        <p:spPr>
          <a:xfrm>
            <a:off x="4407408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10" name="Text 2"/>
          <p:cNvSpPr txBox="1"/>
          <p:nvPr>
            <p:ph idx="108" type="body" hasCustomPrompt="1"/>
          </p:nvPr>
        </p:nvSpPr>
        <p:spPr>
          <a:xfrm>
            <a:off x="4407408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11" name="Text 2"/>
          <p:cNvSpPr txBox="1"/>
          <p:nvPr>
            <p:ph idx="109" type="body" hasCustomPrompt="1"/>
          </p:nvPr>
        </p:nvSpPr>
        <p:spPr>
          <a:xfrm>
            <a:off x="4407408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2" name="Text 2"/>
          <p:cNvSpPr txBox="1"/>
          <p:nvPr>
            <p:ph idx="110" type="body" hasCustomPrompt="1"/>
          </p:nvPr>
        </p:nvSpPr>
        <p:spPr>
          <a:xfrm>
            <a:off x="4407408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3" name="Shape 2"/>
          <p:cNvSpPr/>
          <p:nvPr/>
        </p:nvSpPr>
        <p:spPr>
          <a:xfrm>
            <a:off x="8083296" y="2121408"/>
            <a:ext cx="3392424" cy="0"/>
          </a:xfrm>
          <a:prstGeom prst="line">
            <a:avLst/>
          </a:prstGeom>
          <a:noFill/>
          <a:ln w="31750">
            <a:solidFill>
              <a:srgbClr val="3C7D4D"/>
            </a:solidFill>
            <a:prstDash val="solid"/>
          </a:ln>
        </p:spPr>
      </p:sp>
      <p:sp>
        <p:nvSpPr>
          <p:cNvPr id="14" name="Text 3"/>
          <p:cNvSpPr txBox="1"/>
          <p:nvPr>
            <p:ph idx="112" type="body" hasCustomPrompt="1"/>
          </p:nvPr>
        </p:nvSpPr>
        <p:spPr>
          <a:xfrm>
            <a:off x="8083296" y="2359152"/>
            <a:ext cx="3392424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15" name="Text 3"/>
          <p:cNvSpPr txBox="1"/>
          <p:nvPr>
            <p:ph idx="113" type="body" hasCustomPrompt="1"/>
          </p:nvPr>
        </p:nvSpPr>
        <p:spPr>
          <a:xfrm>
            <a:off x="8083296" y="3493008"/>
            <a:ext cx="311810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6" name="Text 3"/>
          <p:cNvSpPr txBox="1"/>
          <p:nvPr>
            <p:ph idx="114" type="body" hasCustomPrompt="1"/>
          </p:nvPr>
        </p:nvSpPr>
        <p:spPr>
          <a:xfrm>
            <a:off x="8083296" y="3895344"/>
            <a:ext cx="311810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7" name="Text 3"/>
          <p:cNvSpPr txBox="1"/>
          <p:nvPr>
            <p:ph idx="115" type="body" hasCustomPrompt="1"/>
          </p:nvPr>
        </p:nvSpPr>
        <p:spPr>
          <a:xfrm>
            <a:off x="731520" y="5138928"/>
            <a:ext cx="1072865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what, and what we do about it.</a:t>
            </a:r>
            <a:endParaRPr lang="en-US" sz="1500" dirty="0"/>
          </a:p>
        </p:txBody>
      </p:sp>
      <p:sp>
        <p:nvSpPr>
          <p:cNvPr id="18" name="Text 3"/>
          <p:cNvSpPr txBox="1"/>
          <p:nvPr>
            <p:ph idx="116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9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4572000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points</a:t>
            </a:r>
            <a:endParaRPr lang="en-US" sz="1500" dirty="0"/>
          </a:p>
        </p:txBody>
      </p:sp>
      <p:sp>
        <p:nvSpPr>
          <p:cNvPr id="6" name="Text 0"/>
          <p:cNvSpPr/>
          <p:nvPr>
            <p:ph idx="104" hasCustomPrompt="1"/>
          </p:nvPr>
        </p:nvSpPr>
        <p:spPr>
          <a:xfrm>
            <a:off x="5943600" y="2121408"/>
            <a:ext cx="5513832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7" name="Text 0"/>
          <p:cNvSpPr txBox="1"/>
          <p:nvPr>
            <p:ph idx="105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8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VISU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731520" y="2121408"/>
            <a:ext cx="5230368" cy="475488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987552" y="2121408"/>
            <a:ext cx="4718304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300" dirty="0"/>
          </a:p>
        </p:txBody>
      </p:sp>
      <p:sp>
        <p:nvSpPr>
          <p:cNvPr id="7" name="Shape 1"/>
          <p:cNvSpPr/>
          <p:nvPr/>
        </p:nvSpPr>
        <p:spPr>
          <a:xfrm>
            <a:off x="731520" y="2596896"/>
            <a:ext cx="5230368" cy="2980944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8" name="Text 2"/>
          <p:cNvSpPr txBox="1"/>
          <p:nvPr>
            <p:ph idx="106" type="body" hasCustomPrompt="1"/>
          </p:nvPr>
        </p:nvSpPr>
        <p:spPr>
          <a:xfrm>
            <a:off x="987552" y="2834640"/>
            <a:ext cx="4718304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us, what it costs, what breaks.</a:t>
            </a:r>
            <a:endParaRPr lang="en-US" sz="1450" dirty="0"/>
          </a:p>
        </p:txBody>
      </p:sp>
      <p:sp>
        <p:nvSpPr>
          <p:cNvPr id="9" name="Shape 2"/>
          <p:cNvSpPr/>
          <p:nvPr/>
        </p:nvSpPr>
        <p:spPr>
          <a:xfrm>
            <a:off x="6227064" y="2121408"/>
            <a:ext cx="5230368" cy="475488"/>
          </a:xfrm>
          <a:prstGeom prst="rect">
            <a:avLst/>
          </a:prstGeom>
          <a:solidFill>
            <a:srgbClr val="5B6670"/>
          </a:solidFill>
          <a:ln/>
        </p:spPr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6483096" y="2121408"/>
            <a:ext cx="4718304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6227064" y="2596896"/>
            <a:ext cx="5230368" cy="2980944"/>
          </a:xfrm>
          <a:prstGeom prst="rect">
            <a:avLst/>
          </a:prstGeom>
          <a:solidFill>
            <a:srgbClr val="F2F5F2"/>
          </a:solidFill>
          <a:ln/>
        </p:spPr>
      </p:sp>
      <p:sp>
        <p:nvSpPr>
          <p:cNvPr id="12" name="Text 4"/>
          <p:cNvSpPr txBox="1"/>
          <p:nvPr>
            <p:ph idx="110" type="body" hasCustomPrompt="1"/>
          </p:nvPr>
        </p:nvSpPr>
        <p:spPr>
          <a:xfrm>
            <a:off x="6483096" y="2834640"/>
            <a:ext cx="4718304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us, what it costs, what breaks.</a:t>
            </a:r>
            <a:endParaRPr lang="en-US" sz="1450" dirty="0"/>
          </a:p>
        </p:txBody>
      </p:sp>
      <p:sp>
        <p:nvSpPr>
          <p:cNvPr id="13" name="Text 4"/>
          <p:cNvSpPr txBox="1"/>
          <p:nvPr>
            <p:ph idx="111" type="body" hasCustomPrompt="1"/>
          </p:nvPr>
        </p:nvSpPr>
        <p:spPr>
          <a:xfrm>
            <a:off x="731520" y="5742432"/>
            <a:ext cx="1072865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endParaRPr lang="en-US" sz="1500" dirty="0"/>
          </a:p>
        </p:txBody>
      </p:sp>
      <p:sp>
        <p:nvSpPr>
          <p:cNvPr id="14" name="Text 4"/>
          <p:cNvSpPr txBox="1"/>
          <p:nvPr>
            <p:ph idx="112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15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Shape 0"/>
          <p:cNvSpPr/>
          <p:nvPr/>
        </p:nvSpPr>
        <p:spPr>
          <a:xfrm>
            <a:off x="1005840" y="2706624"/>
            <a:ext cx="10180015" cy="0"/>
          </a:xfrm>
          <a:prstGeom prst="line">
            <a:avLst/>
          </a:prstGeom>
          <a:noFill/>
          <a:ln w="25400">
            <a:solidFill>
              <a:srgbClr val="E2E6E3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49808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749808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731520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9" name="Text 3"/>
          <p:cNvSpPr txBox="1"/>
          <p:nvPr>
            <p:ph idx="107" type="body" hasCustomPrompt="1"/>
          </p:nvPr>
        </p:nvSpPr>
        <p:spPr>
          <a:xfrm>
            <a:off x="731520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0" name="Text 3"/>
          <p:cNvSpPr txBox="1"/>
          <p:nvPr>
            <p:ph idx="108" type="body" hasCustomPrompt="1"/>
          </p:nvPr>
        </p:nvSpPr>
        <p:spPr>
          <a:xfrm>
            <a:off x="731520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1" name="Shape 3"/>
          <p:cNvSpPr/>
          <p:nvPr/>
        </p:nvSpPr>
        <p:spPr>
          <a:xfrm>
            <a:off x="3639312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12" name="Text 4"/>
          <p:cNvSpPr txBox="1"/>
          <p:nvPr/>
        </p:nvSpPr>
        <p:spPr>
          <a:xfrm>
            <a:off x="3639312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3621024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3621024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15" name="Text 5"/>
          <p:cNvSpPr txBox="1"/>
          <p:nvPr>
            <p:ph idx="113" type="body" hasCustomPrompt="1"/>
          </p:nvPr>
        </p:nvSpPr>
        <p:spPr>
          <a:xfrm>
            <a:off x="3621024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6" name="Shape 5"/>
          <p:cNvSpPr/>
          <p:nvPr/>
        </p:nvSpPr>
        <p:spPr>
          <a:xfrm>
            <a:off x="6528816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17" name="Text 6"/>
          <p:cNvSpPr txBox="1"/>
          <p:nvPr/>
        </p:nvSpPr>
        <p:spPr>
          <a:xfrm>
            <a:off x="6528816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6510528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6510528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0" name="Text 7"/>
          <p:cNvSpPr txBox="1"/>
          <p:nvPr>
            <p:ph idx="118" type="body" hasCustomPrompt="1"/>
          </p:nvPr>
        </p:nvSpPr>
        <p:spPr>
          <a:xfrm>
            <a:off x="6510528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21" name="Shape 7"/>
          <p:cNvSpPr/>
          <p:nvPr/>
        </p:nvSpPr>
        <p:spPr>
          <a:xfrm>
            <a:off x="9418320" y="2450592"/>
            <a:ext cx="512064" cy="512064"/>
          </a:xfrm>
          <a:prstGeom prst="rect">
            <a:avLst/>
          </a:prstGeom>
          <a:solidFill>
            <a:srgbClr val="3C7D4D"/>
          </a:solidFill>
          <a:ln/>
        </p:spPr>
      </p:sp>
      <p:sp>
        <p:nvSpPr>
          <p:cNvPr id="22" name="Text 8"/>
          <p:cNvSpPr txBox="1"/>
          <p:nvPr/>
        </p:nvSpPr>
        <p:spPr>
          <a:xfrm>
            <a:off x="9418320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9"/>
          <p:cNvSpPr txBox="1"/>
          <p:nvPr>
            <p:ph idx="121" type="body" hasCustomPrompt="1"/>
          </p:nvPr>
        </p:nvSpPr>
        <p:spPr>
          <a:xfrm>
            <a:off x="9400032" y="2121408"/>
            <a:ext cx="2624328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050" dirty="0"/>
          </a:p>
        </p:txBody>
      </p:sp>
      <p:sp>
        <p:nvSpPr>
          <p:cNvPr id="24" name="Text 9"/>
          <p:cNvSpPr txBox="1"/>
          <p:nvPr>
            <p:ph idx="122" type="body" hasCustomPrompt="1"/>
          </p:nvPr>
        </p:nvSpPr>
        <p:spPr>
          <a:xfrm>
            <a:off x="9400032" y="3145536"/>
            <a:ext cx="248716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5" name="Text 9"/>
          <p:cNvSpPr txBox="1"/>
          <p:nvPr>
            <p:ph idx="123" type="body" hasCustomPrompt="1"/>
          </p:nvPr>
        </p:nvSpPr>
        <p:spPr>
          <a:xfrm>
            <a:off x="9400032" y="3767328"/>
            <a:ext cx="2487168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26" name="Text 9"/>
          <p:cNvSpPr txBox="1"/>
          <p:nvPr>
            <p:ph idx="12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2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1051560" y="213969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4" name="Shape 0"/>
          <p:cNvSpPr/>
          <p:nvPr/>
        </p:nvSpPr>
        <p:spPr>
          <a:xfrm>
            <a:off x="1051560" y="2615184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1"/>
          <p:cNvSpPr txBox="1"/>
          <p:nvPr>
            <p:ph idx="103" type="title" hasCustomPrompt="1"/>
          </p:nvPr>
        </p:nvSpPr>
        <p:spPr>
          <a:xfrm>
            <a:off x="1051560" y="2944368"/>
            <a:ext cx="996696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that carries the whole argument.</a:t>
            </a:r>
            <a:endParaRPr lang="en-US" sz="36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1051560" y="4809744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support, or the ask.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T_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decided today.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pic>
        <p:nvPicPr>
          <p:cNvPr id="7" name="Image 0" descr="brand/logo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6272784"/>
            <a:ext cx="1325880" cy="447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h_r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94944"/>
            <a:ext cx="2377440" cy="80318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05409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1"/>
          <p:cNvSpPr txBox="1"/>
          <p:nvPr>
            <p:ph idx="102" type="title" hasCustomPrompt="1"/>
          </p:nvPr>
        </p:nvSpPr>
        <p:spPr>
          <a:xfrm>
            <a:off x="731520" y="3364992"/>
            <a:ext cx="6949440" cy="8961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decided</a:t>
            </a:r>
            <a:endParaRPr lang="en-US" sz="3600" dirty="0"/>
          </a:p>
        </p:txBody>
      </p:sp>
      <p:sp>
        <p:nvSpPr>
          <p:cNvPr id="5" name="Text 1"/>
          <p:cNvSpPr txBox="1"/>
          <p:nvPr>
            <p:ph idx="103" type="body" hasCustomPrompt="1"/>
          </p:nvPr>
        </p:nvSpPr>
        <p:spPr>
          <a:xfrm>
            <a:off x="731520" y="4334256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Decision, owner, and date.</a:t>
            </a:r>
            <a:endParaRPr lang="en-US" sz="1500" dirty="0"/>
          </a:p>
        </p:txBody>
      </p:sp>
      <p:sp>
        <p:nvSpPr>
          <p:cNvPr id="6" name="Text 1"/>
          <p:cNvSpPr txBox="1"/>
          <p:nvPr>
            <p:ph idx="104" type="body" hasCustomPrompt="1"/>
          </p:nvPr>
        </p:nvSpPr>
        <p:spPr>
          <a:xfrm>
            <a:off x="731520" y="5961888"/>
            <a:ext cx="69494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|  Title  |  email@steelking.com</a:t>
            </a:r>
            <a:endParaRPr lang="en-US" sz="115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CO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logo_k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81328"/>
            <a:ext cx="3658880" cy="5212080"/>
          </a:xfrm>
          <a:prstGeom prst="rect">
            <a:avLst/>
          </a:prstGeom>
        </p:spPr>
      </p:pic>
      <p:pic>
        <p:nvPicPr>
          <p:cNvPr id="3" name="Image 1" descr="brand/logo_h_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58368"/>
            <a:ext cx="2377440" cy="803189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2395728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MEETING</a:t>
            </a:r>
            <a:endParaRPr lang="en-US" sz="1100" dirty="0"/>
          </a:p>
        </p:txBody>
      </p:sp>
      <p:sp>
        <p:nvSpPr>
          <p:cNvPr id="5" name="Shape 0"/>
          <p:cNvSpPr/>
          <p:nvPr/>
        </p:nvSpPr>
        <p:spPr>
          <a:xfrm>
            <a:off x="731520" y="2871216"/>
            <a:ext cx="777240" cy="502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1"/>
          <p:cNvSpPr txBox="1"/>
          <p:nvPr>
            <p:ph idx="104" type="title" hasCustomPrompt="1"/>
          </p:nvPr>
        </p:nvSpPr>
        <p:spPr>
          <a:xfrm>
            <a:off x="731520" y="3200400"/>
            <a:ext cx="6583680" cy="16276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7" name="Text 1"/>
          <p:cNvSpPr txBox="1"/>
          <p:nvPr>
            <p:ph idx="105" type="body" hasCustomPrompt="1"/>
          </p:nvPr>
        </p:nvSpPr>
        <p:spPr>
          <a:xfrm>
            <a:off x="731520" y="4956048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8" name="Text 1"/>
          <p:cNvSpPr txBox="1"/>
          <p:nvPr>
            <p:ph idx="106" type="body" hasCustomPrompt="1"/>
          </p:nvPr>
        </p:nvSpPr>
        <p:spPr>
          <a:xfrm>
            <a:off x="731520" y="5998464"/>
            <a:ext cx="6583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|  Audience  |  Month Year</a:t>
            </a:r>
            <a:endParaRPr lang="en-US" sz="11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body" hasCustomPrompt="1"/>
          </p:nvPr>
        </p:nvSpPr>
        <p:spPr>
          <a:xfrm>
            <a:off x="731520" y="22128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1100" dirty="0"/>
          </a:p>
        </p:txBody>
      </p:sp>
      <p:sp>
        <p:nvSpPr>
          <p:cNvPr id="3" name="Text 1"/>
          <p:cNvSpPr txBox="1"/>
          <p:nvPr>
            <p:ph idx="103" type="title" hasCustomPrompt="1"/>
          </p:nvPr>
        </p:nvSpPr>
        <p:spPr>
          <a:xfrm>
            <a:off x="731520" y="2907792"/>
            <a:ext cx="6949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 goes here</a:t>
            </a:r>
            <a:endParaRPr lang="en-US" sz="46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731520" y="46634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5" name="Text 1"/>
          <p:cNvSpPr txBox="1"/>
          <p:nvPr>
            <p:ph idx="105" type="body" hasCustomPrompt="1"/>
          </p:nvPr>
        </p:nvSpPr>
        <p:spPr>
          <a:xfrm>
            <a:off x="731520" y="599846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Nate Guralski  |  Executive Committee  |  Month Year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and what we decide.</a:t>
            </a:r>
            <a:endParaRPr lang="en-US" sz="1600" dirty="0"/>
          </a:p>
        </p:txBody>
      </p:sp>
      <p:sp>
        <p:nvSpPr>
          <p:cNvPr id="5" name="Text 1"/>
          <p:cNvSpPr txBox="1"/>
          <p:nvPr>
            <p:ph idx="104" type="body" hasCustomPrompt="1"/>
          </p:nvPr>
        </p:nvSpPr>
        <p:spPr>
          <a:xfrm>
            <a:off x="1508760" y="2167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1700" dirty="0"/>
          </a:p>
        </p:txBody>
      </p:sp>
      <p:sp>
        <p:nvSpPr>
          <p:cNvPr id="6" name="Text 1"/>
          <p:cNvSpPr txBox="1"/>
          <p:nvPr>
            <p:ph idx="105" type="body" hasCustomPrompt="1"/>
          </p:nvPr>
        </p:nvSpPr>
        <p:spPr>
          <a:xfrm>
            <a:off x="8869680" y="216712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Text 3"/>
          <p:cNvSpPr txBox="1"/>
          <p:nvPr>
            <p:ph idx="108" type="body" hasCustomPrompt="1"/>
          </p:nvPr>
        </p:nvSpPr>
        <p:spPr>
          <a:xfrm>
            <a:off x="1508760" y="29169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700" dirty="0"/>
          </a:p>
        </p:txBody>
      </p:sp>
      <p:sp>
        <p:nvSpPr>
          <p:cNvPr id="8" name="Text 3"/>
          <p:cNvSpPr txBox="1"/>
          <p:nvPr>
            <p:ph idx="109" type="body" hasCustomPrompt="1"/>
          </p:nvPr>
        </p:nvSpPr>
        <p:spPr>
          <a:xfrm>
            <a:off x="8869680" y="291693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9" name="Text 5"/>
          <p:cNvSpPr txBox="1"/>
          <p:nvPr>
            <p:ph idx="112" type="body" hasCustomPrompt="1"/>
          </p:nvPr>
        </p:nvSpPr>
        <p:spPr>
          <a:xfrm>
            <a:off x="1508760" y="36667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700" dirty="0"/>
          </a:p>
        </p:txBody>
      </p:sp>
      <p:sp>
        <p:nvSpPr>
          <p:cNvPr id="10" name="Text 5"/>
          <p:cNvSpPr txBox="1"/>
          <p:nvPr>
            <p:ph idx="113" type="body" hasCustomPrompt="1"/>
          </p:nvPr>
        </p:nvSpPr>
        <p:spPr>
          <a:xfrm>
            <a:off x="8869680" y="366674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11" name="Text 7"/>
          <p:cNvSpPr txBox="1"/>
          <p:nvPr>
            <p:ph idx="116" type="body" hasCustomPrompt="1"/>
          </p:nvPr>
        </p:nvSpPr>
        <p:spPr>
          <a:xfrm>
            <a:off x="1508760" y="44165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risk</a:t>
            </a:r>
            <a:endParaRPr lang="en-US" sz="17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869680" y="441655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13" name="Text 9"/>
          <p:cNvSpPr txBox="1"/>
          <p:nvPr>
            <p:ph idx="120" type="body" hasCustomPrompt="1"/>
          </p:nvPr>
        </p:nvSpPr>
        <p:spPr>
          <a:xfrm>
            <a:off x="1508760" y="5166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4" name="Text 9"/>
          <p:cNvSpPr txBox="1"/>
          <p:nvPr>
            <p:ph idx="121" type="body" hasCustomPrompt="1"/>
          </p:nvPr>
        </p:nvSpPr>
        <p:spPr>
          <a:xfrm>
            <a:off x="8869680" y="516636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body" hasCustomPrompt="1"/>
          </p:nvPr>
        </p:nvSpPr>
        <p:spPr>
          <a:xfrm>
            <a:off x="731520" y="2212848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0" b="1" spc="-200" kern="0" dirty="0">
                <a:solidFill>
                  <a:srgbClr val="A9D9B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600" dirty="0"/>
          </a:p>
        </p:txBody>
      </p:sp>
      <p:sp>
        <p:nvSpPr>
          <p:cNvPr id="3" name="Text 1"/>
          <p:cNvSpPr txBox="1"/>
          <p:nvPr>
            <p:ph idx="103" type="title" hasCustomPrompt="1"/>
          </p:nvPr>
        </p:nvSpPr>
        <p:spPr>
          <a:xfrm>
            <a:off x="731520" y="3986784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38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731520" y="49560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section settles.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 states the claim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point, then put the evidence underneath it.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per line. No stacked sub-bullets.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line runs past two rows, cut it or split the slide.</a:t>
            </a:r>
            <a:endParaRPr lang="en-US" sz="1600" dirty="0"/>
          </a:p>
        </p:txBody>
      </p:sp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sides of the same problem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</a:t>
            </a:r>
            <a:endParaRPr lang="en-US" sz="1100" dirty="0"/>
          </a:p>
        </p:txBody>
      </p:sp>
      <p:sp>
        <p:nvSpPr>
          <p:cNvPr id="6" name="Text 1"/>
          <p:cNvSpPr txBox="1"/>
          <p:nvPr>
            <p:ph idx="105" type="body" hasCustomPrompt="1"/>
          </p:nvPr>
        </p:nvSpPr>
        <p:spPr>
          <a:xfrm>
            <a:off x="731520" y="26517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observation.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observation.</a:t>
            </a:r>
            <a:endParaRPr lang="en-US" sz="1500" dirty="0"/>
          </a:p>
        </p:txBody>
      </p:sp>
      <p:sp>
        <p:nvSpPr>
          <p:cNvPr id="7" name="Text 1"/>
          <p:cNvSpPr txBox="1"/>
          <p:nvPr>
            <p:ph idx="106" type="body" hasCustomPrompt="1"/>
          </p:nvPr>
        </p:nvSpPr>
        <p:spPr>
          <a:xfrm>
            <a:off x="6519672" y="21214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</a:t>
            </a:r>
            <a:endParaRPr lang="en-US" sz="1100" dirty="0"/>
          </a:p>
        </p:txBody>
      </p:sp>
      <p:sp>
        <p:nvSpPr>
          <p:cNvPr id="8" name="Text 2"/>
          <p:cNvSpPr txBox="1"/>
          <p:nvPr>
            <p:ph idx="108" type="body" hasCustomPrompt="1"/>
          </p:nvPr>
        </p:nvSpPr>
        <p:spPr>
          <a:xfrm>
            <a:off x="6519672" y="26517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consequence.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consequence.</a:t>
            </a:r>
            <a:endParaRPr lang="en-US" sz="1500" dirty="0"/>
          </a:p>
        </p:txBody>
      </p:sp>
      <p:sp>
        <p:nvSpPr>
          <p:cNvPr id="9" name="Text 2"/>
          <p:cNvSpPr txBox="1"/>
          <p:nvPr>
            <p:ph idx="109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we change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3"/>
          <p:cNvSpPr txBox="1"/>
          <p:nvPr>
            <p:ph idx="106" type="body" hasCustomPrompt="1"/>
          </p:nvPr>
        </p:nvSpPr>
        <p:spPr>
          <a:xfrm>
            <a:off x="1097280" y="3255264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 one</a:t>
            </a:r>
            <a:endParaRPr lang="en-US" sz="1800" dirty="0"/>
          </a:p>
        </p:txBody>
      </p:sp>
      <p:sp>
        <p:nvSpPr>
          <p:cNvPr id="6" name="Text 3"/>
          <p:cNvSpPr txBox="1"/>
          <p:nvPr>
            <p:ph idx="107" type="body" hasCustomPrompt="1"/>
          </p:nvPr>
        </p:nvSpPr>
        <p:spPr>
          <a:xfrm>
            <a:off x="1097280" y="3986784"/>
            <a:ext cx="2660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7" name="Text 6"/>
          <p:cNvSpPr txBox="1"/>
          <p:nvPr>
            <p:ph idx="111" type="body" hasCustomPrompt="1"/>
          </p:nvPr>
        </p:nvSpPr>
        <p:spPr>
          <a:xfrm>
            <a:off x="4773168" y="3255264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 two</a:t>
            </a:r>
            <a:endParaRPr lang="en-US" sz="1800" dirty="0"/>
          </a:p>
        </p:txBody>
      </p:sp>
      <p:sp>
        <p:nvSpPr>
          <p:cNvPr id="8" name="Text 6"/>
          <p:cNvSpPr txBox="1"/>
          <p:nvPr>
            <p:ph idx="112" type="body" hasCustomPrompt="1"/>
          </p:nvPr>
        </p:nvSpPr>
        <p:spPr>
          <a:xfrm>
            <a:off x="4773168" y="3986784"/>
            <a:ext cx="2660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9" name="Text 9"/>
          <p:cNvSpPr txBox="1"/>
          <p:nvPr>
            <p:ph idx="116" type="body" hasCustomPrompt="1"/>
          </p:nvPr>
        </p:nvSpPr>
        <p:spPr>
          <a:xfrm>
            <a:off x="8449056" y="3255264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heading three</a:t>
            </a:r>
            <a:endParaRPr lang="en-US" sz="1800" dirty="0"/>
          </a:p>
        </p:txBody>
      </p:sp>
      <p:sp>
        <p:nvSpPr>
          <p:cNvPr id="10" name="Text 9"/>
          <p:cNvSpPr txBox="1"/>
          <p:nvPr>
            <p:ph idx="117" type="body" hasCustomPrompt="1"/>
          </p:nvPr>
        </p:nvSpPr>
        <p:spPr>
          <a:xfrm>
            <a:off x="8449056" y="3986784"/>
            <a:ext cx="2660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lines on what this is and why it matters.</a:t>
            </a:r>
            <a:endParaRPr lang="en-US" sz="1350" dirty="0"/>
          </a:p>
        </p:txBody>
      </p:sp>
      <p:sp>
        <p:nvSpPr>
          <p:cNvPr id="11" name="Text 9"/>
          <p:cNvSpPr txBox="1"/>
          <p:nvPr>
            <p:ph idx="118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the call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these numbers prove.</a:t>
            </a:r>
            <a:endParaRPr lang="en-US" sz="1600" dirty="0"/>
          </a:p>
        </p:txBody>
      </p:sp>
      <p:sp>
        <p:nvSpPr>
          <p:cNvPr id="5" name="Text 1"/>
          <p:cNvSpPr txBox="1"/>
          <p:nvPr>
            <p:ph idx="104" type="body" hasCustomPrompt="1"/>
          </p:nvPr>
        </p:nvSpPr>
        <p:spPr>
          <a:xfrm>
            <a:off x="731520" y="2359152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800" dirty="0"/>
          </a:p>
        </p:txBody>
      </p:sp>
      <p:sp>
        <p:nvSpPr>
          <p:cNvPr id="6" name="Text 1"/>
          <p:cNvSpPr txBox="1"/>
          <p:nvPr>
            <p:ph idx="105" type="body" hasCustomPrompt="1"/>
          </p:nvPr>
        </p:nvSpPr>
        <p:spPr>
          <a:xfrm>
            <a:off x="731520" y="349300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7" name="Text 1"/>
          <p:cNvSpPr txBox="1"/>
          <p:nvPr>
            <p:ph idx="106" type="body" hasCustomPrompt="1"/>
          </p:nvPr>
        </p:nvSpPr>
        <p:spPr>
          <a:xfrm>
            <a:off x="731520" y="389534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8" name="Text 2"/>
          <p:cNvSpPr txBox="1"/>
          <p:nvPr>
            <p:ph idx="108" type="body" hasCustomPrompt="1"/>
          </p:nvPr>
        </p:nvSpPr>
        <p:spPr>
          <a:xfrm>
            <a:off x="4407408" y="2359152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$0.0M</a:t>
            </a:r>
            <a:endParaRPr lang="en-US" sz="4800" dirty="0"/>
          </a:p>
        </p:txBody>
      </p:sp>
      <p:sp>
        <p:nvSpPr>
          <p:cNvPr id="9" name="Text 2"/>
          <p:cNvSpPr txBox="1"/>
          <p:nvPr>
            <p:ph idx="109" type="body" hasCustomPrompt="1"/>
          </p:nvPr>
        </p:nvSpPr>
        <p:spPr>
          <a:xfrm>
            <a:off x="4407408" y="349300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0" name="Text 2"/>
          <p:cNvSpPr txBox="1"/>
          <p:nvPr>
            <p:ph idx="110" type="body" hasCustomPrompt="1"/>
          </p:nvPr>
        </p:nvSpPr>
        <p:spPr>
          <a:xfrm>
            <a:off x="4407408" y="389534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1" name="Text 3"/>
          <p:cNvSpPr txBox="1"/>
          <p:nvPr>
            <p:ph idx="112" type="body" hasCustomPrompt="1"/>
          </p:nvPr>
        </p:nvSpPr>
        <p:spPr>
          <a:xfrm>
            <a:off x="8083296" y="2359152"/>
            <a:ext cx="3392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-15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DAYS</a:t>
            </a:r>
            <a:endParaRPr lang="en-US" sz="4800" dirty="0"/>
          </a:p>
        </p:txBody>
      </p:sp>
      <p:sp>
        <p:nvSpPr>
          <p:cNvPr id="12" name="Text 3"/>
          <p:cNvSpPr txBox="1"/>
          <p:nvPr>
            <p:ph idx="113" type="body" hasCustomPrompt="1"/>
          </p:nvPr>
        </p:nvSpPr>
        <p:spPr>
          <a:xfrm>
            <a:off x="8083296" y="349300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MEASURES</a:t>
            </a:r>
            <a:endParaRPr lang="en-US" sz="1100" dirty="0"/>
          </a:p>
        </p:txBody>
      </p:sp>
      <p:sp>
        <p:nvSpPr>
          <p:cNvPr id="13" name="Text 3"/>
          <p:cNvSpPr txBox="1"/>
          <p:nvPr>
            <p:ph idx="114" type="body" hasCustomPrompt="1"/>
          </p:nvPr>
        </p:nvSpPr>
        <p:spPr>
          <a:xfrm>
            <a:off x="8083296" y="3895344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context or the comparison.</a:t>
            </a:r>
            <a:endParaRPr lang="en-US" sz="1300" dirty="0"/>
          </a:p>
        </p:txBody>
      </p:sp>
      <p:sp>
        <p:nvSpPr>
          <p:cNvPr id="14" name="Text 3"/>
          <p:cNvSpPr txBox="1"/>
          <p:nvPr>
            <p:ph idx="115" type="body" hasCustomPrompt="1"/>
          </p:nvPr>
        </p:nvSpPr>
        <p:spPr>
          <a:xfrm>
            <a:off x="731520" y="5138928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what, and what we do about it.</a:t>
            </a:r>
            <a:endParaRPr lang="en-US" sz="1500" dirty="0"/>
          </a:p>
        </p:txBody>
      </p:sp>
      <p:sp>
        <p:nvSpPr>
          <p:cNvPr id="15" name="Text 3"/>
          <p:cNvSpPr txBox="1"/>
          <p:nvPr>
            <p:ph idx="116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left, proof right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0"/>
          <p:cNvSpPr txBox="1"/>
          <p:nvPr>
            <p:ph idx="103" type="body" hasCustomPrompt="1"/>
          </p:nvPr>
        </p:nvSpPr>
        <p:spPr>
          <a:xfrm>
            <a:off x="731520" y="2121408"/>
            <a:ext cx="457200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on the left.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Chart, photo, or table on the right.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placeholder box.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2121408"/>
            <a:ext cx="5513832" cy="3913632"/>
          </a:xfrm>
          <a:prstGeom prst="rect">
            <a:avLst/>
          </a:prstGeom>
          <a:solidFill>
            <a:srgbClr val="F2F5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Chart, photo, or table</a:t>
            </a:r>
            <a:endParaRPr lang="en-US" sz="1300" dirty="0"/>
          </a:p>
        </p:txBody>
      </p:sp>
      <p:sp>
        <p:nvSpPr>
          <p:cNvPr id="7" name="Text 0"/>
          <p:cNvSpPr txBox="1"/>
          <p:nvPr>
            <p:ph idx="105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9" name="Text 0"/>
          <p:cNvSpPr/>
          <p:nvPr>
            <p:ph idx="104" hasCustomPrompt="1"/>
          </p:nvPr>
        </p:nvSpPr>
        <p:spPr>
          <a:xfrm>
            <a:off x="5943600" y="2121408"/>
            <a:ext cx="5513832" cy="39136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chart owns the slide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chart proves.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121408"/>
          <a:ext cx="10728655" cy="3913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8" name="Text 0"/>
          <p:cNvSpPr/>
          <p:nvPr>
            <p:ph idx="103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options, one call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1"/>
          <p:cNvSpPr txBox="1"/>
          <p:nvPr>
            <p:ph idx="104" type="body" hasCustomPrompt="1"/>
          </p:nvPr>
        </p:nvSpPr>
        <p:spPr>
          <a:xfrm>
            <a:off x="987552" y="2121408"/>
            <a:ext cx="4718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300" dirty="0"/>
          </a:p>
        </p:txBody>
      </p:sp>
      <p:sp>
        <p:nvSpPr>
          <p:cNvPr id="6" name="Text 2"/>
          <p:cNvSpPr txBox="1"/>
          <p:nvPr>
            <p:ph idx="106" type="body" hasCustomPrompt="1"/>
          </p:nvPr>
        </p:nvSpPr>
        <p:spPr>
          <a:xfrm>
            <a:off x="987552" y="2834640"/>
            <a:ext cx="47183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breaks.</a:t>
            </a:r>
            <a:endParaRPr lang="en-US" sz="1450" dirty="0"/>
          </a:p>
        </p:txBody>
      </p:sp>
      <p:sp>
        <p:nvSpPr>
          <p:cNvPr id="7" name="Text 3"/>
          <p:cNvSpPr txBox="1"/>
          <p:nvPr>
            <p:ph idx="108" type="body" hasCustomPrompt="1"/>
          </p:nvPr>
        </p:nvSpPr>
        <p:spPr>
          <a:xfrm>
            <a:off x="6483096" y="2121408"/>
            <a:ext cx="4718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</p:txBody>
      </p:sp>
      <p:sp>
        <p:nvSpPr>
          <p:cNvPr id="8" name="Text 4"/>
          <p:cNvSpPr txBox="1"/>
          <p:nvPr>
            <p:ph idx="110" type="body" hasCustomPrompt="1"/>
          </p:nvPr>
        </p:nvSpPr>
        <p:spPr>
          <a:xfrm>
            <a:off x="6483096" y="2834640"/>
            <a:ext cx="47183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gets us.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breaks.</a:t>
            </a:r>
            <a:endParaRPr lang="en-US" sz="1450" dirty="0"/>
          </a:p>
        </p:txBody>
      </p:sp>
      <p:sp>
        <p:nvSpPr>
          <p:cNvPr id="9" name="Text 4"/>
          <p:cNvSpPr txBox="1"/>
          <p:nvPr>
            <p:ph idx="111" type="body" hasCustomPrompt="1"/>
          </p:nvPr>
        </p:nvSpPr>
        <p:spPr>
          <a:xfrm>
            <a:off x="731520" y="5742432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Option A, and here is the one reason.</a:t>
            </a:r>
            <a:endParaRPr lang="en-US" sz="1500" dirty="0"/>
          </a:p>
        </p:txBody>
      </p:sp>
      <p:sp>
        <p:nvSpPr>
          <p:cNvPr id="11" name="Text 4"/>
          <p:cNvSpPr txBox="1"/>
          <p:nvPr>
            <p:ph idx="112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sequences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this slide proves.</a:t>
            </a:r>
            <a:endParaRPr lang="en-US" sz="1600" dirty="0"/>
          </a:p>
        </p:txBody>
      </p:sp>
      <p:sp>
        <p:nvSpPr>
          <p:cNvPr id="5" name="Text 3"/>
          <p:cNvSpPr txBox="1"/>
          <p:nvPr>
            <p:ph idx="106" type="body" hasCustomPrompt="1"/>
          </p:nvPr>
        </p:nvSpPr>
        <p:spPr>
          <a:xfrm>
            <a:off x="731520" y="21214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50" dirty="0"/>
          </a:p>
        </p:txBody>
      </p:sp>
      <p:sp>
        <p:nvSpPr>
          <p:cNvPr id="6" name="Text 3"/>
          <p:cNvSpPr txBox="1"/>
          <p:nvPr>
            <p:ph idx="107" type="body" hasCustomPrompt="1"/>
          </p:nvPr>
        </p:nvSpPr>
        <p:spPr>
          <a:xfrm>
            <a:off x="731520" y="31455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</a:t>
            </a:r>
            <a:endParaRPr lang="en-US" sz="1600" dirty="0"/>
          </a:p>
        </p:txBody>
      </p:sp>
      <p:sp>
        <p:nvSpPr>
          <p:cNvPr id="7" name="Text 3"/>
          <p:cNvSpPr txBox="1"/>
          <p:nvPr>
            <p:ph idx="108" type="body" hasCustomPrompt="1"/>
          </p:nvPr>
        </p:nvSpPr>
        <p:spPr>
          <a:xfrm>
            <a:off x="731520" y="376732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8" name="Text 5"/>
          <p:cNvSpPr txBox="1"/>
          <p:nvPr>
            <p:ph idx="111" type="body" hasCustomPrompt="1"/>
          </p:nvPr>
        </p:nvSpPr>
        <p:spPr>
          <a:xfrm>
            <a:off x="3621024" y="21214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50" dirty="0"/>
          </a:p>
        </p:txBody>
      </p:sp>
      <p:sp>
        <p:nvSpPr>
          <p:cNvPr id="9" name="Text 5"/>
          <p:cNvSpPr txBox="1"/>
          <p:nvPr>
            <p:ph idx="112" type="body" hasCustomPrompt="1"/>
          </p:nvPr>
        </p:nvSpPr>
        <p:spPr>
          <a:xfrm>
            <a:off x="3621024" y="31455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</a:t>
            </a:r>
            <a:endParaRPr lang="en-US" sz="1600" dirty="0"/>
          </a:p>
        </p:txBody>
      </p:sp>
      <p:sp>
        <p:nvSpPr>
          <p:cNvPr id="10" name="Text 5"/>
          <p:cNvSpPr txBox="1"/>
          <p:nvPr>
            <p:ph idx="113" type="body" hasCustomPrompt="1"/>
          </p:nvPr>
        </p:nvSpPr>
        <p:spPr>
          <a:xfrm>
            <a:off x="3621024" y="376732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1" name="Text 7"/>
          <p:cNvSpPr txBox="1"/>
          <p:nvPr>
            <p:ph idx="116" type="body" hasCustomPrompt="1"/>
          </p:nvPr>
        </p:nvSpPr>
        <p:spPr>
          <a:xfrm>
            <a:off x="6510528" y="21214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5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6510528" y="31455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</a:t>
            </a:r>
            <a:endParaRPr lang="en-US" sz="1600" dirty="0"/>
          </a:p>
        </p:txBody>
      </p:sp>
      <p:sp>
        <p:nvSpPr>
          <p:cNvPr id="13" name="Text 7"/>
          <p:cNvSpPr txBox="1"/>
          <p:nvPr>
            <p:ph idx="118" type="body" hasCustomPrompt="1"/>
          </p:nvPr>
        </p:nvSpPr>
        <p:spPr>
          <a:xfrm>
            <a:off x="6510528" y="376732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4" name="Text 9"/>
          <p:cNvSpPr txBox="1"/>
          <p:nvPr>
            <p:ph idx="121" type="body" hasCustomPrompt="1"/>
          </p:nvPr>
        </p:nvSpPr>
        <p:spPr>
          <a:xfrm>
            <a:off x="9400032" y="21214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50" dirty="0"/>
          </a:p>
        </p:txBody>
      </p:sp>
      <p:sp>
        <p:nvSpPr>
          <p:cNvPr id="15" name="Text 9"/>
          <p:cNvSpPr txBox="1"/>
          <p:nvPr>
            <p:ph idx="122" type="body" hasCustomPrompt="1"/>
          </p:nvPr>
        </p:nvSpPr>
        <p:spPr>
          <a:xfrm>
            <a:off x="9400032" y="314553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spc="-3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4</a:t>
            </a:r>
            <a:endParaRPr lang="en-US" sz="1600" dirty="0"/>
          </a:p>
        </p:txBody>
      </p:sp>
      <p:sp>
        <p:nvSpPr>
          <p:cNvPr id="16" name="Text 9"/>
          <p:cNvSpPr txBox="1"/>
          <p:nvPr>
            <p:ph idx="123" type="body" hasCustomPrompt="1"/>
          </p:nvPr>
        </p:nvSpPr>
        <p:spPr>
          <a:xfrm>
            <a:off x="9400032" y="376732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and who owns it.</a:t>
            </a:r>
            <a:endParaRPr lang="en-US" sz="1300" dirty="0"/>
          </a:p>
        </p:txBody>
      </p:sp>
      <p:sp>
        <p:nvSpPr>
          <p:cNvPr id="17" name="Text 9"/>
          <p:cNvSpPr txBox="1"/>
          <p:nvPr>
            <p:ph idx="12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1" type="body" hasCustomPrompt="1"/>
          </p:nvPr>
        </p:nvSpPr>
        <p:spPr>
          <a:xfrm>
            <a:off x="1051560" y="21396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3" name="Text 1"/>
          <p:cNvSpPr txBox="1"/>
          <p:nvPr>
            <p:ph idx="103" type="title" hasCustomPrompt="1"/>
          </p:nvPr>
        </p:nvSpPr>
        <p:spPr>
          <a:xfrm>
            <a:off x="1051560" y="2944368"/>
            <a:ext cx="9966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that carries the whole argument.</a:t>
            </a:r>
            <a:endParaRPr lang="en-US" sz="36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1051560" y="4809744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support, or the ask.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54864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1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822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15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1591056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7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decided today.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21408"/>
          <a:ext cx="10728655" cy="914400"/>
        </p:xfrm>
        <a:graphic>
          <a:graphicData uri="http://schemas.openxmlformats.org/drawingml/2006/table">
            <a:tbl>
              <a:tblPr/>
              <a:tblGrid>
                <a:gridCol w="5605272"/>
                <a:gridCol w="2011680"/>
                <a:gridCol w="1463040"/>
                <a:gridCol w="168249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6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6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6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6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D4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 next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MM/DD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MM/DD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 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MM/DD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Fourth 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MM/DD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8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ph idx="103" type="body" hasCustomPrompt="1"/>
          </p:nvPr>
        </p:nvSpPr>
        <p:spPr>
          <a:xfrm>
            <a:off x="731520" y="2121408"/>
            <a:ext cx="10728655" cy="391363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0"/>
          <p:cNvSpPr txBox="1"/>
          <p:nvPr>
            <p:ph idx="104" type="body" hasCustomPrompt="1"/>
          </p:nvPr>
        </p:nvSpPr>
        <p:spPr>
          <a:xfrm>
            <a:off x="731520" y="6364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55480" y="6364224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2" type="title" hasCustomPrompt="1"/>
          </p:nvPr>
        </p:nvSpPr>
        <p:spPr>
          <a:xfrm>
            <a:off x="731520" y="336499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decided</a:t>
            </a:r>
            <a:endParaRPr lang="en-US" sz="3600" dirty="0"/>
          </a:p>
        </p:txBody>
      </p:sp>
      <p:sp>
        <p:nvSpPr>
          <p:cNvPr id="3" name="Text 1"/>
          <p:cNvSpPr txBox="1"/>
          <p:nvPr>
            <p:ph idx="103" type="body" hasCustomPrompt="1"/>
          </p:nvPr>
        </p:nvSpPr>
        <p:spPr>
          <a:xfrm>
            <a:off x="731520" y="4334256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Decision, owner, and date.</a:t>
            </a:r>
            <a:endParaRPr lang="en-US" sz="1500" dirty="0"/>
          </a:p>
        </p:txBody>
      </p:sp>
      <p:sp>
        <p:nvSpPr>
          <p:cNvPr id="4" name="Text 1"/>
          <p:cNvSpPr txBox="1"/>
          <p:nvPr>
            <p:ph idx="104" type="body" hasCustomPrompt="1"/>
          </p:nvPr>
        </p:nvSpPr>
        <p:spPr>
          <a:xfrm>
            <a:off x="731520" y="59618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Nate Guralski  |  VP Sales &amp; Marketing  |  Steel King Industries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2" type="body" hasCustomPrompt="1"/>
          </p:nvPr>
        </p:nvSpPr>
        <p:spPr>
          <a:xfrm>
            <a:off x="731520" y="23957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40" kern="0" dirty="0">
                <a:solidFill>
                  <a:srgbClr val="A9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MEETING</a:t>
            </a:r>
            <a:endParaRPr lang="en-US" sz="1100" dirty="0"/>
          </a:p>
        </p:txBody>
      </p:sp>
      <p:sp>
        <p:nvSpPr>
          <p:cNvPr id="3" name="Text 1"/>
          <p:cNvSpPr txBox="1"/>
          <p:nvPr>
            <p:ph idx="104" type="title" hasCustomPrompt="1"/>
          </p:nvPr>
        </p:nvSpPr>
        <p:spPr>
          <a:xfrm>
            <a:off x="731520" y="3200400"/>
            <a:ext cx="65836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deliver, 2027</a:t>
            </a:r>
            <a:endParaRPr lang="en-US" sz="4400" dirty="0"/>
          </a:p>
        </p:txBody>
      </p:sp>
      <p:sp>
        <p:nvSpPr>
          <p:cNvPr id="4" name="Text 1"/>
          <p:cNvSpPr txBox="1"/>
          <p:nvPr>
            <p:ph idx="105" type="body" hasCustomPrompt="1"/>
          </p:nvPr>
        </p:nvSpPr>
        <p:spPr>
          <a:xfrm>
            <a:off x="731520" y="495604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4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deck argues</a:t>
            </a:r>
            <a:endParaRPr lang="en-US" sz="1700" dirty="0"/>
          </a:p>
        </p:txBody>
      </p:sp>
      <p:sp>
        <p:nvSpPr>
          <p:cNvPr id="5" name="Text 1"/>
          <p:cNvSpPr txBox="1"/>
          <p:nvPr>
            <p:ph idx="106" type="body" hasCustomPrompt="1"/>
          </p:nvPr>
        </p:nvSpPr>
        <p:spPr>
          <a:xfrm>
            <a:off x="731520" y="599846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spc="80" kern="0" dirty="0">
                <a:solidFill>
                  <a:srgbClr val="C3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Nate Guralski  |  Excalibur Dealers  |  Month Year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Steel King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 King Presentation System</dc:title>
  <dc:subject>PptxGenJS Presentation</dc:subject>
  <dc:creator>Steel King Industries</dc:creator>
  <cp:lastModifiedBy>Steel King Industries</cp:lastModifiedBy>
  <cp:revision>1</cp:revision>
  <dcterms:created xsi:type="dcterms:W3CDTF">2026-09-11T23:28:37Z</dcterms:created>
  <dcterms:modified xsi:type="dcterms:W3CDTF">2026-09-11T23:28:37Z</dcterms:modified>
</cp:coreProperties>
</file>