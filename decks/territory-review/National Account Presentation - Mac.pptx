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Six slides. Real accounts and job names. No new data pulls. Pricing gets its own block on Day 2, leave it out of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Pre-filled. Add two sentences on what the numbers don't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for Mac. Which products are winning with which accounts, and where the biggest new customer opportunities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for Mac. Why a national account would pick us, and what's missing to make that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for Mac. How you're getting in the door. What's working, what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Three wins, one loss. For each win: the job, the competitor, and what won it. For the loss: what decided it, and what we could have done differently. Real jobs, real names. If the loss came down to the number, say what else was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Three projects you're going after, one you're going to grow, one thing you'd change about how we run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AGENDA-image-2.jpe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TITLE_CONTENT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TWO_CONTENT-image-2.jpeg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HREE_CARDS-image-2.jpeg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BIG_NUMBERS-image-2.jpeg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CONTENT_VISUAL-image-2.jpeg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FULL_VISUAL-image-2.jpeg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COMPARISON-image-2.jpeg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TIMELINE-image-2.jpeg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KEY_MESSAGE-image-2.jpeg"/><Relationship Id="rId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NEXT_STEPS-image-2.jpeg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3" Type="http://schemas.openxmlformats.org/officeDocument/2006/relationships/image" Target="../media/COVER_MASCO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731520" y="268833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2907792"/>
            <a:ext cx="694944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66344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5998464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29260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00" dirty="0"/>
          </a:p>
        </p:txBody>
      </p:sp>
      <p:sp>
        <p:nvSpPr>
          <p:cNvPr id="4" name="Shape 0"/>
          <p:cNvSpPr/>
          <p:nvPr/>
        </p:nvSpPr>
        <p:spPr>
          <a:xfrm>
            <a:off x="731520" y="371246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3986784"/>
            <a:ext cx="69494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38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956048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section settles.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and what we decide.</a:t>
            </a: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216712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508760" y="21671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8869680" y="2167128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731520" y="2770632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731520" y="291693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1508760" y="2916936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1" name="Text 3"/>
          <p:cNvSpPr txBox="1"/>
          <p:nvPr>
            <p:ph idx="109" type="body" hasCustomPrompt="1"/>
          </p:nvPr>
        </p:nvSpPr>
        <p:spPr>
          <a:xfrm>
            <a:off x="8869680" y="2916936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731520" y="3520440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3" name="Text 4"/>
          <p:cNvSpPr txBox="1"/>
          <p:nvPr/>
        </p:nvSpPr>
        <p:spPr>
          <a:xfrm>
            <a:off x="731520" y="366674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1508760" y="3666744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8869680" y="3666744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5"/>
          <p:cNvSpPr/>
          <p:nvPr/>
        </p:nvSpPr>
        <p:spPr>
          <a:xfrm>
            <a:off x="731520" y="4270248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7" name="Text 6"/>
          <p:cNvSpPr txBox="1"/>
          <p:nvPr/>
        </p:nvSpPr>
        <p:spPr>
          <a:xfrm>
            <a:off x="731520" y="4416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1508760" y="4416552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869680" y="4416552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0" name="Shape 7"/>
          <p:cNvSpPr/>
          <p:nvPr/>
        </p:nvSpPr>
        <p:spPr>
          <a:xfrm>
            <a:off x="731520" y="5020056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21" name="Text 8"/>
          <p:cNvSpPr txBox="1"/>
          <p:nvPr/>
        </p:nvSpPr>
        <p:spPr>
          <a:xfrm>
            <a:off x="731520" y="51663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9"/>
          <p:cNvSpPr txBox="1"/>
          <p:nvPr>
            <p:ph idx="120" type="body" hasCustomPrompt="1"/>
          </p:nvPr>
        </p:nvSpPr>
        <p:spPr>
          <a:xfrm>
            <a:off x="1508760" y="51663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8869680" y="5166360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4" name="Shape 9"/>
          <p:cNvSpPr/>
          <p:nvPr/>
        </p:nvSpPr>
        <p:spPr>
          <a:xfrm>
            <a:off x="731520" y="5769864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pic>
        <p:nvPicPr>
          <p:cNvPr id="2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content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51206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HEADING</a:t>
            </a:r>
            <a:endParaRPr lang="en-US" sz="1100" dirty="0"/>
          </a:p>
        </p:txBody>
      </p:sp>
      <p:sp>
        <p:nvSpPr>
          <p:cNvPr id="6" name="Shape 0"/>
          <p:cNvSpPr/>
          <p:nvPr/>
        </p:nvSpPr>
        <p:spPr>
          <a:xfrm>
            <a:off x="731520" y="2505456"/>
            <a:ext cx="512064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265176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content</a:t>
            </a:r>
            <a:endParaRPr lang="en-US" sz="15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6519672" y="2121408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HEADING</a:t>
            </a:r>
            <a:endParaRPr lang="en-US" sz="1100" dirty="0"/>
          </a:p>
        </p:txBody>
      </p:sp>
      <p:sp>
        <p:nvSpPr>
          <p:cNvPr id="9" name="Shape 1"/>
          <p:cNvSpPr/>
          <p:nvPr/>
        </p:nvSpPr>
        <p:spPr>
          <a:xfrm>
            <a:off x="6519672" y="2505456"/>
            <a:ext cx="493776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6519672" y="2651760"/>
            <a:ext cx="49377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content</a:t>
            </a:r>
            <a:endParaRPr lang="en-US" sz="15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2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_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6" name="Text 1"/>
          <p:cNvSpPr txBox="1"/>
          <p:nvPr/>
        </p:nvSpPr>
        <p:spPr>
          <a:xfrm>
            <a:off x="1097280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1097280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1097280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1097280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4407408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1" name="Text 4"/>
          <p:cNvSpPr txBox="1"/>
          <p:nvPr/>
        </p:nvSpPr>
        <p:spPr>
          <a:xfrm>
            <a:off x="4773168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4773168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4773168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773168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5" name="Shape 6"/>
          <p:cNvSpPr/>
          <p:nvPr/>
        </p:nvSpPr>
        <p:spPr>
          <a:xfrm>
            <a:off x="8083296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6" name="Text 7"/>
          <p:cNvSpPr txBox="1"/>
          <p:nvPr/>
        </p:nvSpPr>
        <p:spPr>
          <a:xfrm>
            <a:off x="8449056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8"/>
          <p:cNvSpPr/>
          <p:nvPr/>
        </p:nvSpPr>
        <p:spPr>
          <a:xfrm>
            <a:off x="8449056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8449056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idx="117" type="body" hasCustomPrompt="1"/>
          </p:nvPr>
        </p:nvSpPr>
        <p:spPr>
          <a:xfrm>
            <a:off x="8449056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20" name="Text 9"/>
          <p:cNvSpPr txBox="1"/>
          <p:nvPr>
            <p:ph idx="118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1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9" name="Shape 1"/>
          <p:cNvSpPr/>
          <p:nvPr/>
        </p:nvSpPr>
        <p:spPr>
          <a:xfrm>
            <a:off x="4407408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4407408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4407408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2" name="Text 2"/>
          <p:cNvSpPr txBox="1"/>
          <p:nvPr>
            <p:ph idx="110" type="body" hasCustomPrompt="1"/>
          </p:nvPr>
        </p:nvSpPr>
        <p:spPr>
          <a:xfrm>
            <a:off x="4407408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3" name="Shape 2"/>
          <p:cNvSpPr/>
          <p:nvPr/>
        </p:nvSpPr>
        <p:spPr>
          <a:xfrm>
            <a:off x="8083296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4" name="Text 3"/>
          <p:cNvSpPr txBox="1"/>
          <p:nvPr>
            <p:ph idx="112" type="body" hasCustomPrompt="1"/>
          </p:nvPr>
        </p:nvSpPr>
        <p:spPr>
          <a:xfrm>
            <a:off x="8083296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5" name="Text 3"/>
          <p:cNvSpPr txBox="1"/>
          <p:nvPr>
            <p:ph idx="113" type="body" hasCustomPrompt="1"/>
          </p:nvPr>
        </p:nvSpPr>
        <p:spPr>
          <a:xfrm>
            <a:off x="8083296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6" name="Text 3"/>
          <p:cNvSpPr txBox="1"/>
          <p:nvPr>
            <p:ph idx="114" type="body" hasCustomPrompt="1"/>
          </p:nvPr>
        </p:nvSpPr>
        <p:spPr>
          <a:xfrm>
            <a:off x="8083296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7" name="Text 3"/>
          <p:cNvSpPr txBox="1"/>
          <p:nvPr>
            <p:ph idx="115" type="body" hasCustomPrompt="1"/>
          </p:nvPr>
        </p:nvSpPr>
        <p:spPr>
          <a:xfrm>
            <a:off x="731520" y="5138928"/>
            <a:ext cx="1072865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what, and what we do about it.</a:t>
            </a:r>
            <a:endParaRPr lang="en-US" sz="1500" dirty="0"/>
          </a:p>
        </p:txBody>
      </p:sp>
      <p:sp>
        <p:nvSpPr>
          <p:cNvPr id="18" name="Text 3"/>
          <p:cNvSpPr txBox="1"/>
          <p:nvPr>
            <p:ph idx="116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9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4572000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points</a:t>
            </a:r>
            <a:endParaRPr lang="en-US" sz="1500" dirty="0"/>
          </a:p>
        </p:txBody>
      </p:sp>
      <p:sp>
        <p:nvSpPr>
          <p:cNvPr id="6" name="Text 0"/>
          <p:cNvSpPr/>
          <p:nvPr>
            <p:ph idx="104" hasCustomPrompt="1"/>
          </p:nvPr>
        </p:nvSpPr>
        <p:spPr>
          <a:xfrm>
            <a:off x="5943600" y="2121408"/>
            <a:ext cx="5513832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0"/>
          <p:cNvSpPr txBox="1"/>
          <p:nvPr>
            <p:ph idx="105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8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5230368" cy="475488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987552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</p:txBody>
      </p:sp>
      <p:sp>
        <p:nvSpPr>
          <p:cNvPr id="7" name="Shape 1"/>
          <p:cNvSpPr/>
          <p:nvPr/>
        </p:nvSpPr>
        <p:spPr>
          <a:xfrm>
            <a:off x="731520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8" name="Text 2"/>
          <p:cNvSpPr txBox="1"/>
          <p:nvPr>
            <p:ph idx="106" type="body" hasCustomPrompt="1"/>
          </p:nvPr>
        </p:nvSpPr>
        <p:spPr>
          <a:xfrm>
            <a:off x="987552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9" name="Shape 2"/>
          <p:cNvSpPr/>
          <p:nvPr/>
        </p:nvSpPr>
        <p:spPr>
          <a:xfrm>
            <a:off x="6227064" y="2121408"/>
            <a:ext cx="5230368" cy="475488"/>
          </a:xfrm>
          <a:prstGeom prst="rect">
            <a:avLst/>
          </a:prstGeom>
          <a:solidFill>
            <a:srgbClr val="5B6670"/>
          </a:solidFill>
          <a:ln/>
        </p:spPr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6483096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6227064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2" name="Text 4"/>
          <p:cNvSpPr txBox="1"/>
          <p:nvPr>
            <p:ph idx="110" type="body" hasCustomPrompt="1"/>
          </p:nvPr>
        </p:nvSpPr>
        <p:spPr>
          <a:xfrm>
            <a:off x="6483096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13" name="Text 4"/>
          <p:cNvSpPr txBox="1"/>
          <p:nvPr>
            <p:ph idx="111" type="body" hasCustomPrompt="1"/>
          </p:nvPr>
        </p:nvSpPr>
        <p:spPr>
          <a:xfrm>
            <a:off x="731520" y="5742432"/>
            <a:ext cx="1072865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endParaRPr lang="en-US" sz="1500" dirty="0"/>
          </a:p>
        </p:txBody>
      </p:sp>
      <p:sp>
        <p:nvSpPr>
          <p:cNvPr id="14" name="Text 4"/>
          <p:cNvSpPr txBox="1"/>
          <p:nvPr>
            <p:ph idx="112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1005840" y="2706624"/>
            <a:ext cx="10180015" cy="0"/>
          </a:xfrm>
          <a:prstGeom prst="line">
            <a:avLst/>
          </a:prstGeom>
          <a:noFill/>
          <a:ln w="25400">
            <a:solidFill>
              <a:srgbClr val="E2E6E3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731520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731520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731520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2" name="Text 4"/>
          <p:cNvSpPr txBox="1"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3621024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3621024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3621024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6" name="Shape 5"/>
          <p:cNvSpPr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7" name="Text 6"/>
          <p:cNvSpPr txBox="1"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6510528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6510528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0" name="Text 7"/>
          <p:cNvSpPr txBox="1"/>
          <p:nvPr>
            <p:ph idx="118" type="body" hasCustomPrompt="1"/>
          </p:nvPr>
        </p:nvSpPr>
        <p:spPr>
          <a:xfrm>
            <a:off x="6510528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1" name="Shape 7"/>
          <p:cNvSpPr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22" name="Text 8"/>
          <p:cNvSpPr txBox="1"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9400032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24" name="Text 9"/>
          <p:cNvSpPr txBox="1"/>
          <p:nvPr>
            <p:ph idx="122" type="body" hasCustomPrompt="1"/>
          </p:nvPr>
        </p:nvSpPr>
        <p:spPr>
          <a:xfrm>
            <a:off x="9400032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5" name="Text 9"/>
          <p:cNvSpPr txBox="1"/>
          <p:nvPr>
            <p:ph idx="123" type="body" hasCustomPrompt="1"/>
          </p:nvPr>
        </p:nvSpPr>
        <p:spPr>
          <a:xfrm>
            <a:off x="9400032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6" name="Text 9"/>
          <p:cNvSpPr txBox="1"/>
          <p:nvPr>
            <p:ph idx="12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1051560" y="21396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1051560" y="261518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1051560" y="2944368"/>
            <a:ext cx="996696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that carries the whole argument.</a:t>
            </a:r>
            <a:endParaRPr lang="en-US" sz="3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051560" y="4809744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support, or the ask.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_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decided today.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94944"/>
            <a:ext cx="2377440" cy="8031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05409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1"/>
          <p:cNvSpPr txBox="1"/>
          <p:nvPr>
            <p:ph idx="102" type="title" hasCustomPrompt="1"/>
          </p:nvPr>
        </p:nvSpPr>
        <p:spPr>
          <a:xfrm>
            <a:off x="731520" y="3364992"/>
            <a:ext cx="6949440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decided</a:t>
            </a:r>
            <a:endParaRPr lang="en-US" sz="3600" dirty="0"/>
          </a:p>
        </p:txBody>
      </p:sp>
      <p:sp>
        <p:nvSpPr>
          <p:cNvPr id="5" name="Text 1"/>
          <p:cNvSpPr txBox="1"/>
          <p:nvPr>
            <p:ph idx="103" type="body" hasCustomPrompt="1"/>
          </p:nvPr>
        </p:nvSpPr>
        <p:spPr>
          <a:xfrm>
            <a:off x="731520" y="4334256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Decision, owner, and date.</a:t>
            </a:r>
            <a:endParaRPr lang="en-US" sz="15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5961888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|  Title  |  email@steelking.com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CO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81328"/>
            <a:ext cx="3658880" cy="5212080"/>
          </a:xfrm>
          <a:prstGeom prst="rect">
            <a:avLst/>
          </a:prstGeom>
        </p:spPr>
      </p:pic>
      <p:pic>
        <p:nvPicPr>
          <p:cNvPr id="3" name="Image 1" descr="brand/logo_h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2395728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MEETING</a:t>
            </a:r>
            <a:endParaRPr lang="en-US" sz="1100" dirty="0"/>
          </a:p>
        </p:txBody>
      </p:sp>
      <p:sp>
        <p:nvSpPr>
          <p:cNvPr id="5" name="Shape 0"/>
          <p:cNvSpPr/>
          <p:nvPr/>
        </p:nvSpPr>
        <p:spPr>
          <a:xfrm>
            <a:off x="731520" y="287121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1"/>
          <p:cNvSpPr txBox="1"/>
          <p:nvPr>
            <p:ph idx="104" type="title" hasCustomPrompt="1"/>
          </p:nvPr>
        </p:nvSpPr>
        <p:spPr>
          <a:xfrm>
            <a:off x="731520" y="3200400"/>
            <a:ext cx="658368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4956048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5998464"/>
            <a:ext cx="6583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SALES MEETING  ·  NATIONAL ACCOUNT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National accounts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Where we're winning, what's winning with which accounts, and why they'd pick us.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Mac  |  Sales Meeting  |  [Month]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1 OF 6  ·  BY THE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National accounts in numbers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 on what the numbers say.]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Source: [system], pulled [date]. Quotes are a count. Pre-filled by Nate.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>
                <a:solidFill>
                  <a:srgbClr val="3C7D4D"/>
                </a:solidFill>
                <a:latin typeface="Arial"/>
              </a:rPr>
              <a:t>BOOKINGS AND QUOTES BY QUARTER  ·  PRE-FILLED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377440"/>
          <a:ext cx="5120640" cy="1600200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Quarter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Bookings 2025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Bookings 2026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Quotes 2026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Q4 to date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8912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>
                <a:solidFill>
                  <a:srgbClr val="3C7D4D"/>
                </a:solidFill>
                <a:latin typeface="Arial"/>
              </a:rPr>
              <a:t>WHAT THE NUMBERS DON'T SHOW  ·  TWO SENTENCES, YOURS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5120640" cy="1389888"/>
          </a:xfrm>
          <a:prstGeom prst="rect">
            <a:avLst/>
          </a:prstGeom>
          <a:solidFill>
            <a:srgbClr val="F2F5F2"/>
          </a:solidFill>
        </p:spPr>
        <p:txBody>
          <a:bodyPr wrap="square" anchor="t" tIns="54864" bIns="54864">
            <a:noAutofit/>
          </a:bodyPr>
          <a:lstStyle/>
          <a:p>
            <a:r>
              <a:rPr sz="1200" b="0">
                <a:solidFill>
                  <a:srgbClr val="5B6670"/>
                </a:solidFill>
                <a:latin typeface="Arial"/>
              </a:rPr>
              <a:t>[Two sentences.]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21408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>
                <a:solidFill>
                  <a:srgbClr val="3C7D4D"/>
                </a:solidFill>
                <a:latin typeface="Arial"/>
              </a:rPr>
              <a:t>TOP ACCOUNTS, YTD BOOKINGS  ·  PRE-FILLED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19672" y="2377440"/>
          <a:ext cx="4937760" cy="2130552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Top accounts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YTD bookings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1.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2.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3.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4.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5.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6.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5181A"/>
                          </a:solidFill>
                          <a:latin typeface="Arial"/>
                        </a:rPr>
                        <a:t>7.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2 OF 6  ·  WHAT'S WINNING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What's winning, and where growth 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The product and account pattern that's working.]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2140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>
                <a:solidFill>
                  <a:srgbClr val="3C7D4D"/>
                </a:solidFill>
                <a:latin typeface="Arial"/>
              </a:rPr>
              <a:t>PRODUCTS WINNING, BY ACCOUNT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5120640" cy="338328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64592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 it's winning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1.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2.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3.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19672" y="2121408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>
                <a:solidFill>
                  <a:srgbClr val="3C7D4D"/>
                </a:solidFill>
                <a:latin typeface="Arial"/>
              </a:rPr>
              <a:t>BIGGEST NEW CUSTOMER OPPORTUNITIES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19672" y="2377440"/>
          <a:ext cx="4937760" cy="338328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Account or segment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takes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1.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2.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3.  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3 OF 6  ·  WHAT THEY BUY US FOR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Why a national account would pick 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The thing they count on most, and the gap that costs the most.]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What national accounts count on us for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1. [ ]</a:t>
            </a:r>
          </a:p>
          <a:p>
            <a:r>
              <a:t>2. [ ]</a:t>
            </a:r>
          </a:p>
          <a:p>
            <a:r>
              <a:t>3. [ 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The one gap that costs me the most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t>The gap: [product or resource]</a:t>
            </a:r>
          </a:p>
          <a:p>
            <a:r>
              <a:t>What it costs: [jobs, dealers, or $]</a:t>
            </a:r>
          </a:p>
          <a:p>
            <a:r>
              <a:t>What would fix it: [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4 OF 6  ·  GETTING IN THE DOOR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How I'm getting in the door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The way in that's actually producing meetings.]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How I'm getting 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[Referrals, shows, integrators, outreach, whatever it really is]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t>What's working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[ ]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What isn't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7"/>
          </p:nvPr>
        </p:nvSpPr>
        <p:spPr/>
        <p:txBody>
          <a:bodyPr/>
          <a:lstStyle/>
          <a:p>
            <a:r>
              <a:t>[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5 OF 6  ·  THREE WINS, ONE LOSS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Three wins, one loss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What the wins have in common.]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21408"/>
          <a:ext cx="10725912" cy="3913632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2743200"/>
                <a:gridCol w="2011680"/>
                <a:gridCol w="2468880"/>
                <a:gridCol w="2404872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Job: dealer, account, job name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Competitor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won it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Repeatable? How</a:t>
                      </a:r>
                    </a:p>
                  </a:txBody>
                  <a:tcPr marL="73152" marR="73152" marT="27432" marB="27432" anchor="ctr">
                    <a:solidFill>
                      <a:srgbClr val="3C7D4D"/>
                    </a:solidFill>
                    <a:lnL w="6350" cap="flat" cmpd="sng" algn="ctr">
                      <a:solidFill>
                        <a:srgbClr val="3C7D4D"/>
                      </a:solidFill>
                      <a:prstDash val="solid"/>
                    </a:lnL>
                    <a:lnR w="6350" cap="flat" cmpd="sng" algn="ctr">
                      <a:solidFill>
                        <a:srgbClr val="3C7D4D"/>
                      </a:solidFill>
                      <a:prstDash val="solid"/>
                    </a:lnR>
                    <a:lnT w="6350" cap="flat" cmpd="sng" algn="ctr">
                      <a:solidFill>
                        <a:srgbClr val="3C7D4D"/>
                      </a:solidFill>
                      <a:prstDash val="solid"/>
                    </a:lnT>
                    <a:lnB w="6350" cap="flat" cmpd="sng" algn="ctr">
                      <a:solidFill>
                        <a:srgbClr val="3C7D4D"/>
                      </a:solidFill>
                      <a:prstDash val="solid"/>
                    </a:lnB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Win 1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Win 2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Win 3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  <a:tr h="8869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5181A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>What decided it, and what else was true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B6670"/>
                          </a:solidFill>
                          <a:latin typeface="Arial"/>
                        </a:rPr>
                        <a:t>What we could have done differently</a:t>
                      </a:r>
                    </a:p>
                  </a:txBody>
                  <a:tcPr marL="73152" marR="73152" marT="27432" marB="27432" anchor="t">
                    <a:solidFill>
                      <a:srgbClr val="FFFFFF"/>
                    </a:solidFill>
                    <a:lnL w="6350" cap="flat" cmpd="sng" algn="ctr">
                      <a:solidFill>
                        <a:srgbClr val="E2E6E3"/>
                      </a:solidFill>
                      <a:prstDash val="solid"/>
                    </a:lnL>
                    <a:lnR w="6350" cap="flat" cmpd="sng" algn="ctr">
                      <a:solidFill>
                        <a:srgbClr val="E2E6E3"/>
                      </a:solidFill>
                      <a:prstDash val="solid"/>
                    </a:lnR>
                    <a:lnT w="6350" cap="flat" cmpd="sng" algn="ctr">
                      <a:solidFill>
                        <a:srgbClr val="E2E6E3"/>
                      </a:solidFill>
                      <a:prstDash val="solid"/>
                    </a:lnT>
                    <a:lnB w="6350" cap="flat" cmpd="sng" algn="ctr">
                      <a:solidFill>
                        <a:srgbClr val="E2E6E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NATIONAL ACCOUNT REVIEW  ·  6 OF 6  ·  Q4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Q4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[One line. What Q4 looks like if these land.]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Three projects I'm going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1. [Job, $, close date]</a:t>
            </a:r>
          </a:p>
          <a:p>
            <a:r>
              <a:t>2. [Job, $, close date]</a:t>
            </a:r>
          </a:p>
          <a:p>
            <a:r>
              <a:t>3. [Job, $, close date]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t>One account I'm going to grow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t>Account: [name]</a:t>
            </a:r>
          </a:p>
          <a:p>
            <a:r>
              <a:t>From: [today]</a:t>
            </a:r>
          </a:p>
          <a:p>
            <a:r>
              <a:t>To: [target]</a:t>
            </a:r>
          </a:p>
          <a:p>
            <a:r>
              <a:t>How: [the specific move]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t>One thing I'd change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7"/>
          </p:nvPr>
        </p:nvSpPr>
        <p:spPr/>
        <p:txBody>
          <a:bodyPr/>
          <a:lstStyle/>
          <a:p>
            <a:r>
              <a:t>What: [about how we run sales]</a:t>
            </a:r>
          </a:p>
          <a:p>
            <a:r>
              <a:t>Why: [ ]</a:t>
            </a:r>
          </a:p>
          <a:p>
            <a:r>
              <a:t>What it would take: [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Steel King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 King Presentation System</dc:title>
  <dc:subject>PptxGenJS Presentation</dc:subject>
  <dc:creator>Steel King Industries</dc:creator>
  <cp:lastModifiedBy>Steel King Industries</cp:lastModifiedBy>
  <cp:revision>1</cp:revision>
  <dcterms:created xsi:type="dcterms:W3CDTF">2026-09-11T23:28:37Z</dcterms:created>
  <dcterms:modified xsi:type="dcterms:W3CDTF">2026-09-11T23:28:37Z</dcterms:modified>
</cp:coreProperties>
</file>