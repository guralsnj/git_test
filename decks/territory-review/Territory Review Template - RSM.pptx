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Lst>
  <p:notesMasterIdLst>
    <p:notesMasterId r:id="rId17"/>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7" Type="http://schemas.openxmlformats.org/officeDocument/2006/relationships/notesMaster" Target="notesMasters/notesMaster1.xml"/><Relationship Id="rId18" Type="http://schemas.openxmlformats.org/officeDocument/2006/relationships/presProps" Target="presProps.xml"/><Relationship Id="rId19" Type="http://schemas.openxmlformats.org/officeDocument/2006/relationships/viewProps" Target="viewProps.xml"/><Relationship Id="rId20" Type="http://schemas.openxmlformats.org/officeDocument/2006/relationships/theme" Target="theme/theme1.xml"/><Relationship Id="rId21" Type="http://schemas.openxmlformats.org/officeDocument/2006/relationships/tableStyles" Target="tableStyles.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chart>
    <c:autoTitleDeleted val="1"/>
    <c:plotArea>
      <c:barChart>
        <c:barDir val="col"/>
        <c:grouping val="clustered"/>
        <c:ser>
          <c:idx val="0"/>
          <c:order val="0"/>
          <c:tx>
            <c:strRef>
              <c:f>Sheet1!$B$1</c:f>
              <c:strCache>
                <c:ptCount val="1"/>
                <c:pt idx="0">
                  <c:v>Bookings</c:v>
                </c:pt>
              </c:strCache>
            </c:strRef>
          </c:tx>
          <c:spPr>
            <a:solidFill>
              <a:srgbClr val="3C7D4D"/>
            </a:solidFill>
          </c:spPr>
          <c:cat>
            <c:strRef>
              <c:f>Sheet1!$A$2:$A$5</c:f>
              <c:strCache>
                <c:ptCount val="4"/>
                <c:pt idx="0">
                  <c:v>Q4 2025</c:v>
                </c:pt>
                <c:pt idx="1">
                  <c:v>Q1 2026</c:v>
                </c:pt>
                <c:pt idx="2">
                  <c:v>Q2 2026</c:v>
                </c:pt>
                <c:pt idx="3">
                  <c:v>Q3 2026</c:v>
                </c:pt>
              </c:strCache>
            </c:strRef>
          </c:cat>
          <c:val>
            <c:numRef>
              <c:f>Sheet1!$B$2:$B$5</c:f>
              <c:numCache>
                <c:formatCode>General</c:formatCode>
                <c:ptCount val="4"/>
                <c:pt idx="0">
                  <c:v>850</c:v>
                </c:pt>
                <c:pt idx="1">
                  <c:v>920</c:v>
                </c:pt>
                <c:pt idx="2">
                  <c:v>780</c:v>
                </c:pt>
                <c:pt idx="3">
                  <c:v>1010</c:v>
                </c:pt>
              </c:numCache>
            </c:numRef>
          </c:val>
        </c:ser>
        <c:ser>
          <c:idx val="1"/>
          <c:order val="1"/>
          <c:tx>
            <c:strRef>
              <c:f>Sheet1!$C$1</c:f>
              <c:strCache>
                <c:ptCount val="1"/>
                <c:pt idx="0">
                  <c:v>Quotes</c:v>
                </c:pt>
              </c:strCache>
            </c:strRef>
          </c:tx>
          <c:spPr>
            <a:solidFill>
              <a:srgbClr val="5B6670"/>
            </a:solidFill>
          </c:spPr>
          <c:cat>
            <c:strRef>
              <c:f>Sheet1!$A$2:$A$5</c:f>
              <c:strCache>
                <c:ptCount val="4"/>
                <c:pt idx="0">
                  <c:v>Q4 2025</c:v>
                </c:pt>
                <c:pt idx="1">
                  <c:v>Q1 2026</c:v>
                </c:pt>
                <c:pt idx="2">
                  <c:v>Q2 2026</c:v>
                </c:pt>
                <c:pt idx="3">
                  <c:v>Q3 2026</c:v>
                </c:pt>
              </c:strCache>
            </c:strRef>
          </c:cat>
          <c:val>
            <c:numRef>
              <c:f>Sheet1!$C$2:$C$5</c:f>
              <c:numCache>
                <c:formatCode>General</c:formatCode>
                <c:ptCount val="4"/>
                <c:pt idx="0">
                  <c:v>2400</c:v>
                </c:pt>
                <c:pt idx="1">
                  <c:v>2650</c:v>
                </c:pt>
                <c:pt idx="2">
                  <c:v>2100</c:v>
                </c:pt>
                <c:pt idx="3">
                  <c:v>2900</c:v>
                </c:pt>
              </c:numCache>
            </c:numRef>
          </c:val>
        </c:ser>
        <c:dLbls>
          <c:numFmt formatCode="$#,##0&quot;K&quot;" sourceLinked="0"/>
          <c:txPr>
            <a:bodyPr/>
            <a:lstStyle/>
            <a:p>
              <a:pPr>
                <a:defRPr sz="900">
                  <a:latin typeface="Arial"/>
                </a:defRPr>
              </a:pPr>
            </a:p>
          </c:txPr>
          <c:showLegendKey val="0"/>
          <c:showVal val="1"/>
          <c:showCatName val="0"/>
          <c:showSerName val="0"/>
          <c:showPercent val="0"/>
          <c:showBubbleSize val="0"/>
          <c:showLeaderLines val="1"/>
        </c:dLbls>
        <c:gapWidth val="55"/>
        <c:overlap val="-10"/>
        <c:axId val="-2068027336"/>
        <c:axId val="-2113994440"/>
      </c:barChart>
      <c:catAx>
        <c:axId val="-2068027336"/>
        <c:scaling>
          <c:orientation val="minMax"/>
        </c:scaling>
        <c:delete val="0"/>
        <c:axPos val="b"/>
        <c:majorTickMark val="out"/>
        <c:minorTickMark val="none"/>
        <c:tickLblPos val="nextTo"/>
        <c:spPr>
          <a:ln>
            <a:solidFill>
              <a:srgbClr val="E2E6E3"/>
            </a:solidFill>
          </a:ln>
        </c:spPr>
        <c:txPr>
          <a:bodyPr/>
          <a:lstStyle/>
          <a:p>
            <a:pPr>
              <a:defRPr sz="1000">
                <a:latin typeface="Arial"/>
              </a:defRPr>
            </a:pPr>
          </a:p>
        </c:txPr>
        <c:crossAx val="-2113994440"/>
        <c:crosses val="autoZero"/>
        <c:auto val="1"/>
        <c:lblAlgn val="ctr"/>
        <c:lblOffset val="100"/>
        <c:noMultiLvlLbl val="0"/>
      </c:catAx>
      <c:valAx>
        <c:axId val="-2113994440"/>
        <c:scaling/>
        <c:delete/>
        <c:axPos val="l"/>
        <c:majorTickMark val="out"/>
        <c:minorTickMark val="none"/>
        <c:tickLblPos val="nextTo"/>
        <c:crossAx val="-2068027336"/>
        <c:crosses val="autoZero"/>
      </c:valAx>
    </c:plotArea>
    <c:legend>
      <c:legendPos val="b"/>
      <c:overlay val="0"/>
      <c:txPr>
        <a:bodyPr/>
        <a:lstStyle/>
        <a:p>
          <a:pPr>
            <a:defRPr sz="1000">
              <a:latin typeface="Arial"/>
            </a:defRPr>
          </a:pPr>
        </a:p>
      </c:txPr>
    </c:legend>
    <c:dispBlanksAs val="gap"/>
  </c:chart>
  <c:txPr>
    <a:bodyPr/>
    <a:lstStyle/>
    <a:p>
      <a:pPr>
        <a:defRPr sz="1800"/>
      </a:pPr>
      <a:endParaRPr lang="en-US"/>
    </a:p>
  </c:tx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Ten minutes. Six slides. Real dealer, account, and job names. No new data pulls.</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1. Bookings and quotes by quarter, top accounts, Excalibur dealers. Pre-filled. Add a couple of sentences on what the numbers don't show.</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2. Your five dealers. Who they are, what they're good at, what they want from us that they don't get. Real names.</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3. Three wins. One on price, one on product, one on speed and support. Why we won, and whether it's repeatable.</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4. Three losses. One on price, one on product, one on speed and support. Who won, why, and whether we'd lose it again today. On the price loss, include the competitor's number if you have it. If you don't, say unknown. If you don't have a loss in one of the three buckets, say so on the slide.</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5. What we do well and what we don't. One of each for the company, for marketing, and for sales direction. Nate: I mean that last one. I'd rather hear it in the room than not at all.</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6. Q4. Three projects you're going after, one dealer you're going to grow, one thing you'll do differently.</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image" Target="../media/image-1002-1.png"/><Relationship Id="rId2" Type="http://schemas.openxmlformats.org/officeDocument/2006/relationships/image" Target="../media/COVER-image-2.jpeg"/><Relationship Id="rId3"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image" Target="../media/SECTION-image-2.jpeg"/><Relationship Id="rId3"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image" Target="../media/image-1004-1.png"/><Relationship Id="rId2" Type="http://schemas.openxmlformats.org/officeDocument/2006/relationships/image" Target="../media/AGENDA-image-2.jpeg"/><Relationship Id="rId3"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image" Target="../media/image-1005-1.png"/><Relationship Id="rId2" Type="http://schemas.openxmlformats.org/officeDocument/2006/relationships/image" Target="../media/TITLE_CONTENT-image-2.jpeg"/><Relationship Id="rId3"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image" Target="../media/image-1006-1.png"/><Relationship Id="rId2" Type="http://schemas.openxmlformats.org/officeDocument/2006/relationships/image" Target="../media/TWO_CONTENT-image-2.jpeg"/><Relationship Id="rId3"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image" Target="../media/image-1007-1.png"/><Relationship Id="rId2" Type="http://schemas.openxmlformats.org/officeDocument/2006/relationships/image" Target="../media/THREE_CARDS-image-2.jpeg"/><Relationship Id="rId3"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image" Target="../media/image-1008-1.png"/><Relationship Id="rId2" Type="http://schemas.openxmlformats.org/officeDocument/2006/relationships/image" Target="../media/BIG_NUMBERS-image-2.jpeg"/><Relationship Id="rId3"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image" Target="../media/image-1009-1.png"/><Relationship Id="rId2" Type="http://schemas.openxmlformats.org/officeDocument/2006/relationships/image" Target="../media/CONTENT_VISUAL-image-2.jpeg"/><Relationship Id="rId3"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image" Target="../media/image-1010-1.png"/><Relationship Id="rId2" Type="http://schemas.openxmlformats.org/officeDocument/2006/relationships/image" Target="../media/FULL_VISUAL-image-2.jpeg"/><Relationship Id="rId3"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image" Target="../media/image-1011-1.png"/><Relationship Id="rId2" Type="http://schemas.openxmlformats.org/officeDocument/2006/relationships/image" Target="../media/COMPARISON-image-2.jpeg"/><Relationship Id="rId3"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image" Target="../media/image-1012-1.png"/><Relationship Id="rId2" Type="http://schemas.openxmlformats.org/officeDocument/2006/relationships/image" Target="../media/TIMELINE-image-2.jpeg"/><Relationship Id="rId3"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image" Target="../media/image-1013-1.png"/><Relationship Id="rId2" Type="http://schemas.openxmlformats.org/officeDocument/2006/relationships/image" Target="../media/KEY_MESSAGE-image-2.jpeg"/><Relationship Id="rId3"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image" Target="../media/image-1014-1.png"/><Relationship Id="rId2" Type="http://schemas.openxmlformats.org/officeDocument/2006/relationships/image" Target="../media/NEXT_STEPS-image-2.jpeg"/><Relationship Id="rId3"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image" Target="../media/image-1015-1.png"/><Relationship Id="rId2" Type="http://schemas.openxmlformats.org/officeDocument/2006/relationships/image" Target="../media/CLOSING-image-2.jpeg"/><Relationship Id="rId3"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image" Target="../media/image-1016-1.png"/><Relationship Id="rId2" Type="http://schemas.openxmlformats.org/officeDocument/2006/relationships/image" Target="../media/image-1016-2.png"/><Relationship Id="rId3" Type="http://schemas.openxmlformats.org/officeDocument/2006/relationships/image" Target="../media/COVER_MASCOT-image-3.jpeg"/><Relationship Id="rId4"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COVER">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pic>
        <p:nvPicPr>
          <p:cNvPr id="2" name="Image 0" descr="brand/logo_h_rev.png">    </p:cNvPr>
          <p:cNvPicPr>
            <a:picLocks noChangeAspect="1"/>
          </p:cNvPicPr>
          <p:nvPr/>
        </p:nvPicPr>
        <p:blipFill>
          <a:blip r:embed="rId1"/>
          <a:stretch>
            <a:fillRect/>
          </a:stretch>
        </p:blipFill>
        <p:spPr>
          <a:xfrm>
            <a:off x="731520" y="658368"/>
            <a:ext cx="2377440" cy="803189"/>
          </a:xfrm>
          <a:prstGeom prst="rect">
            <a:avLst/>
          </a:prstGeom>
        </p:spPr>
      </p:pic>
      <p:sp>
        <p:nvSpPr>
          <p:cNvPr id="3" name="Text 0"/>
          <p:cNvSpPr txBox="1"/>
          <p:nvPr>
            <p:ph idx="101" type="body" hasCustomPrompt="1"/>
          </p:nvPr>
        </p:nvSpPr>
        <p:spPr>
          <a:xfrm>
            <a:off x="731520" y="2212848"/>
            <a:ext cx="6949440" cy="274320"/>
          </a:xfrm>
          <a:prstGeom prst="rect">
            <a:avLst/>
          </a:prstGeom>
          <a:noFill/>
          <a:ln/>
        </p:spPr>
        <p:txBody>
          <a:bodyPr wrap="square" rtlCol="0"/>
          <a:lstStyle>
            <a:lvl1pPr algn="l" indent="0" marL="0">
              <a:buNone/>
              <a:defRPr lang="en-US" sz="1100" b="1" spc="340" kern="0" dirty="0">
                <a:solidFill>
                  <a:srgbClr val="A9D9BF"/>
                </a:solidFill>
                <a:latin typeface="Arial" pitchFamily="34" charset="0"/>
                <a:ea typeface="Arial" pitchFamily="34" charset="-122"/>
                <a:cs typeface="Arial" pitchFamily="34" charset="-120"/>
              </a:defRPr>
            </a:lvl1pPr>
          </a:lstStyle>
          <a:p>
            <a:pPr algn="l" indent="0" marL="0">
              <a:buNone/>
            </a:pPr>
            <a:r>
              <a:rPr lang="en-US" sz="1100" b="1" spc="340" kern="0" dirty="0">
                <a:solidFill>
                  <a:srgbClr val="A9D9BF"/>
                </a:solidFill>
                <a:latin typeface="Arial" pitchFamily="34" charset="0"/>
                <a:ea typeface="Arial" pitchFamily="34" charset="-122"/>
                <a:cs typeface="Arial" pitchFamily="34" charset="-120"/>
              </a:rPr>
              <a:t>EXECUTIVE BRIEFING</a:t>
            </a:r>
            <a:endParaRPr lang="en-US" sz="1100" dirty="0"/>
          </a:p>
        </p:txBody>
      </p:sp>
      <p:sp>
        <p:nvSpPr>
          <p:cNvPr id="4" name="Shape 0"/>
          <p:cNvSpPr/>
          <p:nvPr/>
        </p:nvSpPr>
        <p:spPr>
          <a:xfrm>
            <a:off x="731520" y="2688336"/>
            <a:ext cx="777240" cy="50292"/>
          </a:xfrm>
          <a:prstGeom prst="rect">
            <a:avLst/>
          </a:prstGeom>
          <a:solidFill>
            <a:srgbClr val="F2A900"/>
          </a:solidFill>
          <a:ln/>
        </p:spPr>
      </p:sp>
      <p:sp>
        <p:nvSpPr>
          <p:cNvPr id="5" name="Text 1"/>
          <p:cNvSpPr txBox="1"/>
          <p:nvPr>
            <p:ph idx="103" type="title" hasCustomPrompt="1"/>
          </p:nvPr>
        </p:nvSpPr>
        <p:spPr>
          <a:xfrm>
            <a:off x="731520" y="2907792"/>
            <a:ext cx="6949440" cy="1627632"/>
          </a:xfrm>
          <a:prstGeom prst="rect">
            <a:avLst/>
          </a:prstGeom>
          <a:noFill/>
          <a:ln/>
        </p:spPr>
        <p:txBody>
          <a:bodyPr wrap="square" rtlCol="0"/>
          <a:lstStyle>
            <a:lvl1pPr algn="l" indent="0" marL="0">
              <a:buNone/>
              <a:defRPr lang="en-US" sz="4600" b="1" spc="-100" kern="0" dirty="0">
                <a:solidFill>
                  <a:srgbClr val="FFFFFF"/>
                </a:solidFill>
                <a:latin typeface="Arial" pitchFamily="34" charset="0"/>
                <a:ea typeface="Arial" pitchFamily="34" charset="-122"/>
                <a:cs typeface="Arial" pitchFamily="34" charset="-120"/>
              </a:defRPr>
            </a:lvl1pPr>
          </a:lstStyle>
          <a:p>
            <a:pPr algn="l" indent="0" marL="0">
              <a:buNone/>
            </a:pPr>
            <a:r>
              <a:rPr lang="en-US" sz="4600" b="1" spc="-100" kern="0" dirty="0">
                <a:solidFill>
                  <a:srgbClr val="FFFFFF"/>
                </a:solidFill>
                <a:latin typeface="Arial" pitchFamily="34" charset="0"/>
                <a:ea typeface="Arial" pitchFamily="34" charset="-122"/>
                <a:cs typeface="Arial" pitchFamily="34" charset="-120"/>
              </a:rPr>
              <a:t>Presentation title</a:t>
            </a:r>
            <a:endParaRPr lang="en-US" sz="4600" dirty="0"/>
          </a:p>
        </p:txBody>
      </p:sp>
      <p:sp>
        <p:nvSpPr>
          <p:cNvPr id="6" name="Text 1"/>
          <p:cNvSpPr txBox="1"/>
          <p:nvPr>
            <p:ph idx="104" type="body" hasCustomPrompt="1"/>
          </p:nvPr>
        </p:nvSpPr>
        <p:spPr>
          <a:xfrm>
            <a:off x="731520" y="4663440"/>
            <a:ext cx="6949440" cy="502920"/>
          </a:xfrm>
          <a:prstGeom prst="rect">
            <a:avLst/>
          </a:prstGeom>
          <a:noFill/>
          <a:ln/>
        </p:spPr>
        <p:txBody>
          <a:bodyPr wrap="square" rtlCol="0"/>
          <a:lstStyle>
            <a:lvl1pPr algn="l" indent="0" marL="0">
              <a:buNone/>
              <a:defRPr lang="en-US" sz="1700" dirty="0">
                <a:solidFill>
                  <a:srgbClr val="E4EFE8"/>
                </a:solidFill>
                <a:latin typeface="Arial" pitchFamily="34" charset="0"/>
                <a:ea typeface="Arial" pitchFamily="34" charset="-122"/>
                <a:cs typeface="Arial" pitchFamily="34" charset="-120"/>
              </a:defRPr>
            </a:lvl1pPr>
          </a:lstStyle>
          <a:p>
            <a:pPr algn="l" indent="0" marL="0">
              <a:buNone/>
            </a:pPr>
            <a:r>
              <a:rPr lang="en-US" sz="1700" dirty="0">
                <a:solidFill>
                  <a:srgbClr val="E4EFE8"/>
                </a:solidFill>
                <a:latin typeface="Arial" pitchFamily="34" charset="0"/>
                <a:ea typeface="Arial" pitchFamily="34" charset="-122"/>
                <a:cs typeface="Arial" pitchFamily="34" charset="-120"/>
              </a:rPr>
              <a:t>One line on what this deck argues</a:t>
            </a:r>
            <a:endParaRPr lang="en-US" sz="1700" dirty="0"/>
          </a:p>
        </p:txBody>
      </p:sp>
      <p:sp>
        <p:nvSpPr>
          <p:cNvPr id="7" name="Text 1"/>
          <p:cNvSpPr txBox="1"/>
          <p:nvPr>
            <p:ph idx="105" type="body" hasCustomPrompt="1"/>
          </p:nvPr>
        </p:nvSpPr>
        <p:spPr>
          <a:xfrm>
            <a:off x="731520" y="5998464"/>
            <a:ext cx="6949440" cy="310896"/>
          </a:xfrm>
          <a:prstGeom prst="rect">
            <a:avLst/>
          </a:prstGeom>
          <a:noFill/>
          <a:ln/>
        </p:spPr>
        <p:txBody>
          <a:bodyPr wrap="square" rtlCol="0"/>
          <a:lstStyle>
            <a:lvl1pPr algn="l" indent="0" marL="0">
              <a:buNone/>
              <a:defRPr lang="en-US" sz="1150" spc="80" kern="0" dirty="0">
                <a:solidFill>
                  <a:srgbClr val="C3DACB"/>
                </a:solidFill>
                <a:latin typeface="Arial" pitchFamily="34" charset="0"/>
                <a:ea typeface="Arial" pitchFamily="34" charset="-122"/>
                <a:cs typeface="Arial" pitchFamily="34" charset="-120"/>
              </a:defRPr>
            </a:lvl1pPr>
          </a:lstStyle>
          <a:p>
            <a:pPr algn="l" indent="0" marL="0">
              <a:buNone/>
            </a:pPr>
            <a:r>
              <a:rPr lang="en-US" sz="1150" spc="80" kern="0" dirty="0">
                <a:solidFill>
                  <a:srgbClr val="C3DACB"/>
                </a:solidFill>
                <a:latin typeface="Arial" pitchFamily="34" charset="0"/>
                <a:ea typeface="Arial" pitchFamily="34" charset="-122"/>
                <a:cs typeface="Arial" pitchFamily="34" charset="-120"/>
              </a:rPr>
              <a:t>Presenter  |  Audience  |  Month Year</a:t>
            </a:r>
            <a:endParaRPr lang="en-US" sz="115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SECTION">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pic>
        <p:nvPicPr>
          <p:cNvPr id="2" name="Image 0" descr="brand/logo_h_rev.png">    </p:cNvPr>
          <p:cNvPicPr>
            <a:picLocks noChangeAspect="1"/>
          </p:cNvPicPr>
          <p:nvPr/>
        </p:nvPicPr>
        <p:blipFill>
          <a:blip r:embed="rId1"/>
          <a:stretch>
            <a:fillRect/>
          </a:stretch>
        </p:blipFill>
        <p:spPr>
          <a:xfrm>
            <a:off x="10625328" y="6272784"/>
            <a:ext cx="1325880" cy="447932"/>
          </a:xfrm>
          <a:prstGeom prst="rect">
            <a:avLst/>
          </a:prstGeom>
        </p:spPr>
      </p:pic>
      <p:sp>
        <p:nvSpPr>
          <p:cNvPr id="3" name="Text 0"/>
          <p:cNvSpPr txBox="1"/>
          <p:nvPr>
            <p:ph idx="101" type="body" hasCustomPrompt="1"/>
          </p:nvPr>
        </p:nvSpPr>
        <p:spPr>
          <a:xfrm>
            <a:off x="731520" y="2212848"/>
            <a:ext cx="2926080" cy="1325880"/>
          </a:xfrm>
          <a:prstGeom prst="rect">
            <a:avLst/>
          </a:prstGeom>
          <a:noFill/>
          <a:ln/>
        </p:spPr>
        <p:txBody>
          <a:bodyPr wrap="square" rtlCol="0"/>
          <a:lstStyle>
            <a:lvl1pPr algn="l" indent="0" marL="0">
              <a:buNone/>
              <a:defRPr lang="en-US" sz="8600" b="1" spc="-200" kern="0" dirty="0">
                <a:solidFill>
                  <a:srgbClr val="A9D9BF">
                    <a:alpha val="55000"/>
                  </a:srgbClr>
                </a:solidFill>
                <a:latin typeface="Arial" pitchFamily="34" charset="0"/>
                <a:ea typeface="Arial" pitchFamily="34" charset="-122"/>
                <a:cs typeface="Arial" pitchFamily="34" charset="-120"/>
              </a:defRPr>
            </a:lvl1pPr>
          </a:lstStyle>
          <a:p>
            <a:pPr algn="l" indent="0" marL="0">
              <a:buNone/>
            </a:pPr>
            <a:r>
              <a:rPr lang="en-US" sz="8600" b="1" spc="-200" kern="0" dirty="0">
                <a:solidFill>
                  <a:srgbClr val="A9D9BF">
                    <a:alpha val="55000"/>
                  </a:srgbClr>
                </a:solidFill>
                <a:latin typeface="Arial" pitchFamily="34" charset="0"/>
                <a:ea typeface="Arial" pitchFamily="34" charset="-122"/>
                <a:cs typeface="Arial" pitchFamily="34" charset="-120"/>
              </a:rPr>
              <a:t>01</a:t>
            </a:r>
            <a:endParaRPr lang="en-US" sz="8600" dirty="0"/>
          </a:p>
        </p:txBody>
      </p:sp>
      <p:sp>
        <p:nvSpPr>
          <p:cNvPr id="4" name="Shape 0"/>
          <p:cNvSpPr/>
          <p:nvPr/>
        </p:nvSpPr>
        <p:spPr>
          <a:xfrm>
            <a:off x="731520" y="3712464"/>
            <a:ext cx="777240" cy="50292"/>
          </a:xfrm>
          <a:prstGeom prst="rect">
            <a:avLst/>
          </a:prstGeom>
          <a:solidFill>
            <a:srgbClr val="F2A900"/>
          </a:solidFill>
          <a:ln/>
        </p:spPr>
      </p:sp>
      <p:sp>
        <p:nvSpPr>
          <p:cNvPr id="5" name="Text 1"/>
          <p:cNvSpPr txBox="1"/>
          <p:nvPr>
            <p:ph idx="103" type="title" hasCustomPrompt="1"/>
          </p:nvPr>
        </p:nvSpPr>
        <p:spPr>
          <a:xfrm>
            <a:off x="731520" y="3986784"/>
            <a:ext cx="6949440" cy="841248"/>
          </a:xfrm>
          <a:prstGeom prst="rect">
            <a:avLst/>
          </a:prstGeom>
          <a:noFill/>
          <a:ln/>
        </p:spPr>
        <p:txBody>
          <a:bodyPr wrap="square" rtlCol="0"/>
          <a:lstStyle>
            <a:lvl1pPr algn="l" indent="0" marL="0">
              <a:buNone/>
              <a:defRPr lang="en-US" sz="3800" b="1" spc="-80" kern="0" dirty="0">
                <a:solidFill>
                  <a:srgbClr val="FFFFFF"/>
                </a:solidFill>
                <a:latin typeface="Arial" pitchFamily="34" charset="0"/>
                <a:ea typeface="Arial" pitchFamily="34" charset="-122"/>
                <a:cs typeface="Arial" pitchFamily="34" charset="-120"/>
              </a:defRPr>
            </a:lvl1pPr>
          </a:lstStyle>
          <a:p>
            <a:pPr algn="l" indent="0" marL="0">
              <a:buNone/>
            </a:pPr>
            <a:r>
              <a:rPr lang="en-US" sz="3800" b="1" spc="-80" kern="0" dirty="0">
                <a:solidFill>
                  <a:srgbClr val="FFFFFF"/>
                </a:solidFill>
                <a:latin typeface="Arial" pitchFamily="34" charset="0"/>
                <a:ea typeface="Arial" pitchFamily="34" charset="-122"/>
                <a:cs typeface="Arial" pitchFamily="34" charset="-120"/>
              </a:rPr>
              <a:t>Section name</a:t>
            </a:r>
            <a:endParaRPr lang="en-US" sz="3800" dirty="0"/>
          </a:p>
        </p:txBody>
      </p:sp>
      <p:sp>
        <p:nvSpPr>
          <p:cNvPr id="6" name="Text 1"/>
          <p:cNvSpPr txBox="1"/>
          <p:nvPr>
            <p:ph idx="104" type="body" hasCustomPrompt="1"/>
          </p:nvPr>
        </p:nvSpPr>
        <p:spPr>
          <a:xfrm>
            <a:off x="731520" y="4956048"/>
            <a:ext cx="6949440" cy="548640"/>
          </a:xfrm>
          <a:prstGeom prst="rect">
            <a:avLst/>
          </a:prstGeom>
          <a:noFill/>
          <a:ln/>
        </p:spPr>
        <p:txBody>
          <a:bodyPr wrap="square" rtlCol="0"/>
          <a:lstStyle>
            <a:lvl1pPr algn="l" indent="0" marL="0">
              <a:buNone/>
              <a:defRPr lang="en-US" sz="1500" dirty="0">
                <a:solidFill>
                  <a:srgbClr val="E4EFE8"/>
                </a:solidFill>
                <a:latin typeface="Arial" pitchFamily="34" charset="0"/>
                <a:ea typeface="Arial" pitchFamily="34" charset="-122"/>
                <a:cs typeface="Arial" pitchFamily="34" charset="-120"/>
              </a:defRPr>
            </a:lvl1pPr>
          </a:lstStyle>
          <a:p>
            <a:pPr algn="l" indent="0" marL="0">
              <a:buNone/>
            </a:pPr>
            <a:r>
              <a:rPr lang="en-US" sz="1500" dirty="0">
                <a:solidFill>
                  <a:srgbClr val="E4EFE8"/>
                </a:solidFill>
                <a:latin typeface="Arial" pitchFamily="34" charset="0"/>
                <a:ea typeface="Arial" pitchFamily="34" charset="-122"/>
                <a:cs typeface="Arial" pitchFamily="34" charset="-120"/>
              </a:rPr>
              <a:t>What this section settles.</a:t>
            </a:r>
            <a:endParaRPr lang="en-US" sz="1500" dirty="0"/>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AGENDA">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2" name="Text 0"/>
          <p:cNvSpPr txBox="1"/>
          <p:nvPr>
            <p:ph idx="100" type="body" hasCustomPrompt="1"/>
          </p:nvPr>
        </p:nvSpPr>
        <p:spPr>
          <a:xfrm>
            <a:off x="731520" y="548640"/>
            <a:ext cx="10728655" cy="237744"/>
          </a:xfrm>
          <a:prstGeom prst="rect">
            <a:avLst/>
          </a:prstGeom>
          <a:noFill/>
          <a:ln/>
        </p:spPr>
        <p:txBody>
          <a:bodyPr wrap="square" rtlCol="0"/>
          <a:lstStyle>
            <a:lvl1pPr algn="l" indent="0" marL="0">
              <a:buNone/>
              <a:defRPr lang="en-US" sz="1100" b="1" spc="300" kern="0" dirty="0">
                <a:solidFill>
                  <a:srgbClr val="3C7D4D"/>
                </a:solidFill>
                <a:latin typeface="Arial" pitchFamily="34" charset="0"/>
                <a:ea typeface="Arial" pitchFamily="34" charset="-122"/>
                <a:cs typeface="Arial" pitchFamily="34" charset="-120"/>
              </a:defRPr>
            </a:lvl1pPr>
          </a:lstStyle>
          <a:p>
            <a:pPr algn="l" indent="0" marL="0">
              <a:buNone/>
            </a:pPr>
            <a:r>
              <a:rPr lang="en-US" sz="1100" b="1" spc="300" kern="0" dirty="0">
                <a:solidFill>
                  <a:srgbClr val="3C7D4D"/>
                </a:solidFill>
                <a:latin typeface="Arial" pitchFamily="34" charset="0"/>
                <a:ea typeface="Arial" pitchFamily="34" charset="-122"/>
                <a:cs typeface="Arial" pitchFamily="34" charset="-120"/>
              </a:rPr>
              <a:t>CATEGORY</a:t>
            </a:r>
            <a:endParaRPr lang="en-US" sz="1100" dirty="0"/>
          </a:p>
        </p:txBody>
      </p:sp>
      <p:sp>
        <p:nvSpPr>
          <p:cNvPr id="3" name="Text 0"/>
          <p:cNvSpPr txBox="1"/>
          <p:nvPr>
            <p:ph idx="101" type="title" hasCustomPrompt="1"/>
          </p:nvPr>
        </p:nvSpPr>
        <p:spPr>
          <a:xfrm>
            <a:off x="731520" y="822960"/>
            <a:ext cx="10058400" cy="713232"/>
          </a:xfrm>
          <a:prstGeom prst="rect">
            <a:avLst/>
          </a:prstGeom>
          <a:noFill/>
          <a:ln/>
        </p:spPr>
        <p:txBody>
          <a:bodyPr wrap="square" rtlCol="0"/>
          <a:lstStyle>
            <a:lvl1pPr algn="l" indent="0" marL="0">
              <a:buNone/>
              <a:defRPr lang="en-US" sz="3400" b="1" spc="-60" kern="0" dirty="0">
                <a:solidFill>
                  <a:srgbClr val="15181A"/>
                </a:solidFill>
                <a:latin typeface="Arial" pitchFamily="34" charset="0"/>
                <a:ea typeface="Arial" pitchFamily="34" charset="-122"/>
                <a:cs typeface="Arial" pitchFamily="34" charset="-120"/>
              </a:defRPr>
            </a:lvl1pPr>
          </a:lstStyle>
          <a:p>
            <a:pPr algn="l" indent="0" marL="0">
              <a:buNone/>
            </a:pPr>
            <a:r>
              <a:rPr lang="en-US" sz="3400" b="1" spc="-60" kern="0" dirty="0">
                <a:solidFill>
                  <a:srgbClr val="15181A"/>
                </a:solidFill>
                <a:latin typeface="Arial" pitchFamily="34" charset="0"/>
                <a:ea typeface="Arial" pitchFamily="34" charset="-122"/>
                <a:cs typeface="Arial" pitchFamily="34" charset="-120"/>
              </a:rPr>
              <a:t>Agenda</a:t>
            </a:r>
            <a:endParaRPr lang="en-US" sz="3400" dirty="0"/>
          </a:p>
        </p:txBody>
      </p:sp>
      <p:sp>
        <p:nvSpPr>
          <p:cNvPr id="4" name="Text 0"/>
          <p:cNvSpPr txBox="1"/>
          <p:nvPr>
            <p:ph idx="102" type="body" hasCustomPrompt="1"/>
          </p:nvPr>
        </p:nvSpPr>
        <p:spPr>
          <a:xfrm>
            <a:off x="731520" y="1591056"/>
            <a:ext cx="10728655" cy="420624"/>
          </a:xfrm>
          <a:prstGeom prst="rect">
            <a:avLst/>
          </a:prstGeom>
          <a:noFill/>
          <a:ln/>
        </p:spPr>
        <p:txBody>
          <a:bodyPr wrap="square" rtlCol="0"/>
          <a:lstStyle>
            <a:lvl1pPr algn="l" indent="0" marL="0">
              <a:buNone/>
              <a:defRPr lang="en-US" sz="1600" b="1" dirty="0">
                <a:solidFill>
                  <a:srgbClr val="3C7D4D"/>
                </a:solidFill>
                <a:latin typeface="Arial" pitchFamily="34" charset="0"/>
                <a:ea typeface="Arial" pitchFamily="34" charset="-122"/>
                <a:cs typeface="Arial" pitchFamily="34" charset="-120"/>
              </a:defRPr>
            </a:lvl1pPr>
          </a:lstStyle>
          <a:p>
            <a:pPr algn="l" indent="0" marL="0">
              <a:buNone/>
            </a:pPr>
            <a:r>
              <a:rPr lang="en-US" sz="1600" b="1" dirty="0">
                <a:solidFill>
                  <a:srgbClr val="3C7D4D"/>
                </a:solidFill>
                <a:latin typeface="Arial" pitchFamily="34" charset="0"/>
                <a:ea typeface="Arial" pitchFamily="34" charset="-122"/>
                <a:cs typeface="Arial" pitchFamily="34" charset="-120"/>
              </a:rPr>
              <a:t>What we cover and what we decide.</a:t>
            </a:r>
            <a:endParaRPr lang="en-US" sz="1600" dirty="0"/>
          </a:p>
        </p:txBody>
      </p:sp>
      <p:sp>
        <p:nvSpPr>
          <p:cNvPr id="5" name="Text 0"/>
          <p:cNvSpPr txBox="1"/>
          <p:nvPr/>
        </p:nvSpPr>
        <p:spPr>
          <a:xfrm>
            <a:off x="731520" y="2167128"/>
            <a:ext cx="658368" cy="457200"/>
          </a:xfrm>
          <a:prstGeom prst="rect">
            <a:avLst/>
          </a:prstGeom>
          <a:noFill/>
          <a:ln/>
        </p:spPr>
        <p:txBody>
          <a:bodyPr wrap="square" lIns="0" tIns="0" rIns="0" bIns="0" rtlCol="0" anchor="ctr"/>
          <a:lstStyle/>
          <a:p>
            <a:pPr algn="l" indent="0" marL="0">
              <a:buNone/>
            </a:pPr>
            <a:r>
              <a:rPr lang="en-US" sz="2000" b="1" dirty="0">
                <a:solidFill>
                  <a:srgbClr val="3C7D4D"/>
                </a:solidFill>
                <a:latin typeface="Arial" pitchFamily="34" charset="0"/>
                <a:ea typeface="Arial" pitchFamily="34" charset="-122"/>
                <a:cs typeface="Arial" pitchFamily="34" charset="-120"/>
              </a:rPr>
              <a:t>01</a:t>
            </a:r>
            <a:endParaRPr lang="en-US" sz="2000" dirty="0"/>
          </a:p>
        </p:txBody>
      </p:sp>
      <p:sp>
        <p:nvSpPr>
          <p:cNvPr id="6" name="Text 1"/>
          <p:cNvSpPr txBox="1"/>
          <p:nvPr>
            <p:ph idx="104" type="body" hasCustomPrompt="1"/>
          </p:nvPr>
        </p:nvSpPr>
        <p:spPr>
          <a:xfrm>
            <a:off x="1508760" y="2167128"/>
            <a:ext cx="7863840" cy="457200"/>
          </a:xfrm>
          <a:prstGeom prst="rect">
            <a:avLst/>
          </a:prstGeom>
          <a:noFill/>
          <a:ln/>
        </p:spPr>
        <p:txBody>
          <a:bodyPr wrap="square" rtlCol="0"/>
          <a:lstStyle>
            <a:lvl1pPr algn="l" indent="0" marL="0">
              <a:buNone/>
              <a:defRPr lang="en-US" sz="1700" b="1" dirty="0">
                <a:solidFill>
                  <a:srgbClr val="15181A"/>
                </a:solidFill>
                <a:latin typeface="Arial" pitchFamily="34" charset="0"/>
                <a:ea typeface="Arial" pitchFamily="34" charset="-122"/>
                <a:cs typeface="Arial" pitchFamily="34" charset="-120"/>
              </a:defRPr>
            </a:lvl1pPr>
          </a:lstStyle>
          <a:p>
            <a:pPr algn="l" indent="0" marL="0">
              <a:buNone/>
            </a:pPr>
            <a:r>
              <a:rPr lang="en-US" sz="1700" b="1" dirty="0">
                <a:solidFill>
                  <a:srgbClr val="15181A"/>
                </a:solidFill>
                <a:latin typeface="Arial" pitchFamily="34" charset="0"/>
                <a:ea typeface="Arial" pitchFamily="34" charset="-122"/>
                <a:cs typeface="Arial" pitchFamily="34" charset="-120"/>
              </a:rPr>
              <a:t>Agenda item</a:t>
            </a:r>
            <a:endParaRPr lang="en-US" sz="1700" dirty="0"/>
          </a:p>
        </p:txBody>
      </p:sp>
      <p:sp>
        <p:nvSpPr>
          <p:cNvPr id="7" name="Text 1"/>
          <p:cNvSpPr txBox="1"/>
          <p:nvPr>
            <p:ph idx="105" type="body" hasCustomPrompt="1"/>
          </p:nvPr>
        </p:nvSpPr>
        <p:spPr>
          <a:xfrm>
            <a:off x="8869680" y="2167128"/>
            <a:ext cx="2587752" cy="457200"/>
          </a:xfrm>
          <a:prstGeom prst="rect">
            <a:avLst/>
          </a:prstGeom>
          <a:noFill/>
          <a:ln/>
        </p:spPr>
        <p:txBody>
          <a:bodyPr wrap="square" rtlCol="0"/>
          <a:lstStyle>
            <a:lvl1pPr algn="r" indent="0" marL="0">
              <a:buNone/>
              <a:defRPr lang="en-US" sz="1200" dirty="0">
                <a:solidFill>
                  <a:srgbClr val="5B6670"/>
                </a:solidFill>
                <a:latin typeface="Arial" pitchFamily="34" charset="0"/>
                <a:ea typeface="Arial" pitchFamily="34" charset="-122"/>
                <a:cs typeface="Arial" pitchFamily="34" charset="-120"/>
              </a:defRPr>
            </a:lvl1pPr>
          </a:lstStyle>
          <a:p>
            <a:pPr algn="r" indent="0" marL="0">
              <a:buNone/>
            </a:pPr>
            <a:r>
              <a:rPr lang="en-US" sz="1200" dirty="0">
                <a:solidFill>
                  <a:srgbClr val="5B6670"/>
                </a:solidFill>
                <a:latin typeface="Arial" pitchFamily="34" charset="0"/>
                <a:ea typeface="Arial" pitchFamily="34" charset="-122"/>
                <a:cs typeface="Arial" pitchFamily="34" charset="-120"/>
              </a:rPr>
              <a:t>5 min</a:t>
            </a:r>
            <a:endParaRPr lang="en-US" sz="1200" dirty="0"/>
          </a:p>
        </p:txBody>
      </p:sp>
      <p:sp>
        <p:nvSpPr>
          <p:cNvPr id="8" name="Shape 1"/>
          <p:cNvSpPr/>
          <p:nvPr/>
        </p:nvSpPr>
        <p:spPr>
          <a:xfrm>
            <a:off x="731520" y="2770632"/>
            <a:ext cx="10728655" cy="0"/>
          </a:xfrm>
          <a:prstGeom prst="line">
            <a:avLst/>
          </a:prstGeom>
          <a:noFill/>
          <a:ln w="12700">
            <a:solidFill>
              <a:srgbClr val="E2E6E3"/>
            </a:solidFill>
            <a:prstDash val="solid"/>
          </a:ln>
        </p:spPr>
      </p:sp>
      <p:sp>
        <p:nvSpPr>
          <p:cNvPr id="9" name="Text 2"/>
          <p:cNvSpPr txBox="1"/>
          <p:nvPr/>
        </p:nvSpPr>
        <p:spPr>
          <a:xfrm>
            <a:off x="731520" y="2916936"/>
            <a:ext cx="658368" cy="457200"/>
          </a:xfrm>
          <a:prstGeom prst="rect">
            <a:avLst/>
          </a:prstGeom>
          <a:noFill/>
          <a:ln/>
        </p:spPr>
        <p:txBody>
          <a:bodyPr wrap="square" lIns="0" tIns="0" rIns="0" bIns="0" rtlCol="0" anchor="ctr"/>
          <a:lstStyle/>
          <a:p>
            <a:pPr algn="l" indent="0" marL="0">
              <a:buNone/>
            </a:pPr>
            <a:r>
              <a:rPr lang="en-US" sz="2000" b="1" dirty="0">
                <a:solidFill>
                  <a:srgbClr val="3C7D4D"/>
                </a:solidFill>
                <a:latin typeface="Arial" pitchFamily="34" charset="0"/>
                <a:ea typeface="Arial" pitchFamily="34" charset="-122"/>
                <a:cs typeface="Arial" pitchFamily="34" charset="-120"/>
              </a:rPr>
              <a:t>02</a:t>
            </a:r>
            <a:endParaRPr lang="en-US" sz="2000" dirty="0"/>
          </a:p>
        </p:txBody>
      </p:sp>
      <p:sp>
        <p:nvSpPr>
          <p:cNvPr id="10" name="Text 3"/>
          <p:cNvSpPr txBox="1"/>
          <p:nvPr>
            <p:ph idx="108" type="body" hasCustomPrompt="1"/>
          </p:nvPr>
        </p:nvSpPr>
        <p:spPr>
          <a:xfrm>
            <a:off x="1508760" y="2916936"/>
            <a:ext cx="7863840" cy="457200"/>
          </a:xfrm>
          <a:prstGeom prst="rect">
            <a:avLst/>
          </a:prstGeom>
          <a:noFill/>
          <a:ln/>
        </p:spPr>
        <p:txBody>
          <a:bodyPr wrap="square" rtlCol="0"/>
          <a:lstStyle>
            <a:lvl1pPr algn="l" indent="0" marL="0">
              <a:buNone/>
              <a:defRPr lang="en-US" sz="1700" b="1" dirty="0">
                <a:solidFill>
                  <a:srgbClr val="15181A"/>
                </a:solidFill>
                <a:latin typeface="Arial" pitchFamily="34" charset="0"/>
                <a:ea typeface="Arial" pitchFamily="34" charset="-122"/>
                <a:cs typeface="Arial" pitchFamily="34" charset="-120"/>
              </a:defRPr>
            </a:lvl1pPr>
          </a:lstStyle>
          <a:p>
            <a:pPr algn="l" indent="0" marL="0">
              <a:buNone/>
            </a:pPr>
            <a:r>
              <a:rPr lang="en-US" sz="1700" b="1" dirty="0">
                <a:solidFill>
                  <a:srgbClr val="15181A"/>
                </a:solidFill>
                <a:latin typeface="Arial" pitchFamily="34" charset="0"/>
                <a:ea typeface="Arial" pitchFamily="34" charset="-122"/>
                <a:cs typeface="Arial" pitchFamily="34" charset="-120"/>
              </a:rPr>
              <a:t>Agenda item</a:t>
            </a:r>
            <a:endParaRPr lang="en-US" sz="1700" dirty="0"/>
          </a:p>
        </p:txBody>
      </p:sp>
      <p:sp>
        <p:nvSpPr>
          <p:cNvPr id="11" name="Text 3"/>
          <p:cNvSpPr txBox="1"/>
          <p:nvPr>
            <p:ph idx="109" type="body" hasCustomPrompt="1"/>
          </p:nvPr>
        </p:nvSpPr>
        <p:spPr>
          <a:xfrm>
            <a:off x="8869680" y="2916936"/>
            <a:ext cx="2587752" cy="457200"/>
          </a:xfrm>
          <a:prstGeom prst="rect">
            <a:avLst/>
          </a:prstGeom>
          <a:noFill/>
          <a:ln/>
        </p:spPr>
        <p:txBody>
          <a:bodyPr wrap="square" rtlCol="0"/>
          <a:lstStyle>
            <a:lvl1pPr algn="r" indent="0" marL="0">
              <a:buNone/>
              <a:defRPr lang="en-US" sz="1200" dirty="0">
                <a:solidFill>
                  <a:srgbClr val="5B6670"/>
                </a:solidFill>
                <a:latin typeface="Arial" pitchFamily="34" charset="0"/>
                <a:ea typeface="Arial" pitchFamily="34" charset="-122"/>
                <a:cs typeface="Arial" pitchFamily="34" charset="-120"/>
              </a:defRPr>
            </a:lvl1pPr>
          </a:lstStyle>
          <a:p>
            <a:pPr algn="r" indent="0" marL="0">
              <a:buNone/>
            </a:pPr>
            <a:r>
              <a:rPr lang="en-US" sz="1200" dirty="0">
                <a:solidFill>
                  <a:srgbClr val="5B6670"/>
                </a:solidFill>
                <a:latin typeface="Arial" pitchFamily="34" charset="0"/>
                <a:ea typeface="Arial" pitchFamily="34" charset="-122"/>
                <a:cs typeface="Arial" pitchFamily="34" charset="-120"/>
              </a:rPr>
              <a:t>5 min</a:t>
            </a:r>
            <a:endParaRPr lang="en-US" sz="1200" dirty="0"/>
          </a:p>
        </p:txBody>
      </p:sp>
      <p:sp>
        <p:nvSpPr>
          <p:cNvPr id="12" name="Shape 3"/>
          <p:cNvSpPr/>
          <p:nvPr/>
        </p:nvSpPr>
        <p:spPr>
          <a:xfrm>
            <a:off x="731520" y="3520440"/>
            <a:ext cx="10728655" cy="0"/>
          </a:xfrm>
          <a:prstGeom prst="line">
            <a:avLst/>
          </a:prstGeom>
          <a:noFill/>
          <a:ln w="12700">
            <a:solidFill>
              <a:srgbClr val="E2E6E3"/>
            </a:solidFill>
            <a:prstDash val="solid"/>
          </a:ln>
        </p:spPr>
      </p:sp>
      <p:sp>
        <p:nvSpPr>
          <p:cNvPr id="13" name="Text 4"/>
          <p:cNvSpPr txBox="1"/>
          <p:nvPr/>
        </p:nvSpPr>
        <p:spPr>
          <a:xfrm>
            <a:off x="731520" y="3666744"/>
            <a:ext cx="658368" cy="457200"/>
          </a:xfrm>
          <a:prstGeom prst="rect">
            <a:avLst/>
          </a:prstGeom>
          <a:noFill/>
          <a:ln/>
        </p:spPr>
        <p:txBody>
          <a:bodyPr wrap="square" lIns="0" tIns="0" rIns="0" bIns="0" rtlCol="0" anchor="ctr"/>
          <a:lstStyle/>
          <a:p>
            <a:pPr algn="l" indent="0" marL="0">
              <a:buNone/>
            </a:pPr>
            <a:r>
              <a:rPr lang="en-US" sz="2000" b="1" dirty="0">
                <a:solidFill>
                  <a:srgbClr val="3C7D4D"/>
                </a:solidFill>
                <a:latin typeface="Arial" pitchFamily="34" charset="0"/>
                <a:ea typeface="Arial" pitchFamily="34" charset="-122"/>
                <a:cs typeface="Arial" pitchFamily="34" charset="-120"/>
              </a:rPr>
              <a:t>03</a:t>
            </a:r>
            <a:endParaRPr lang="en-US" sz="2000" dirty="0"/>
          </a:p>
        </p:txBody>
      </p:sp>
      <p:sp>
        <p:nvSpPr>
          <p:cNvPr id="14" name="Text 5"/>
          <p:cNvSpPr txBox="1"/>
          <p:nvPr>
            <p:ph idx="112" type="body" hasCustomPrompt="1"/>
          </p:nvPr>
        </p:nvSpPr>
        <p:spPr>
          <a:xfrm>
            <a:off x="1508760" y="3666744"/>
            <a:ext cx="7863840" cy="457200"/>
          </a:xfrm>
          <a:prstGeom prst="rect">
            <a:avLst/>
          </a:prstGeom>
          <a:noFill/>
          <a:ln/>
        </p:spPr>
        <p:txBody>
          <a:bodyPr wrap="square" rtlCol="0"/>
          <a:lstStyle>
            <a:lvl1pPr algn="l" indent="0" marL="0">
              <a:buNone/>
              <a:defRPr lang="en-US" sz="1700" b="1" dirty="0">
                <a:solidFill>
                  <a:srgbClr val="15181A"/>
                </a:solidFill>
                <a:latin typeface="Arial" pitchFamily="34" charset="0"/>
                <a:ea typeface="Arial" pitchFamily="34" charset="-122"/>
                <a:cs typeface="Arial" pitchFamily="34" charset="-120"/>
              </a:defRPr>
            </a:lvl1pPr>
          </a:lstStyle>
          <a:p>
            <a:pPr algn="l" indent="0" marL="0">
              <a:buNone/>
            </a:pPr>
            <a:r>
              <a:rPr lang="en-US" sz="1700" b="1" dirty="0">
                <a:solidFill>
                  <a:srgbClr val="15181A"/>
                </a:solidFill>
                <a:latin typeface="Arial" pitchFamily="34" charset="0"/>
                <a:ea typeface="Arial" pitchFamily="34" charset="-122"/>
                <a:cs typeface="Arial" pitchFamily="34" charset="-120"/>
              </a:rPr>
              <a:t>Agenda item</a:t>
            </a:r>
            <a:endParaRPr lang="en-US" sz="1700" dirty="0"/>
          </a:p>
        </p:txBody>
      </p:sp>
      <p:sp>
        <p:nvSpPr>
          <p:cNvPr id="15" name="Text 5"/>
          <p:cNvSpPr txBox="1"/>
          <p:nvPr>
            <p:ph idx="113" type="body" hasCustomPrompt="1"/>
          </p:nvPr>
        </p:nvSpPr>
        <p:spPr>
          <a:xfrm>
            <a:off x="8869680" y="3666744"/>
            <a:ext cx="2587752" cy="457200"/>
          </a:xfrm>
          <a:prstGeom prst="rect">
            <a:avLst/>
          </a:prstGeom>
          <a:noFill/>
          <a:ln/>
        </p:spPr>
        <p:txBody>
          <a:bodyPr wrap="square" rtlCol="0"/>
          <a:lstStyle>
            <a:lvl1pPr algn="r" indent="0" marL="0">
              <a:buNone/>
              <a:defRPr lang="en-US" sz="1200" dirty="0">
                <a:solidFill>
                  <a:srgbClr val="5B6670"/>
                </a:solidFill>
                <a:latin typeface="Arial" pitchFamily="34" charset="0"/>
                <a:ea typeface="Arial" pitchFamily="34" charset="-122"/>
                <a:cs typeface="Arial" pitchFamily="34" charset="-120"/>
              </a:defRPr>
            </a:lvl1pPr>
          </a:lstStyle>
          <a:p>
            <a:pPr algn="r" indent="0" marL="0">
              <a:buNone/>
            </a:pPr>
            <a:r>
              <a:rPr lang="en-US" sz="1200" dirty="0">
                <a:solidFill>
                  <a:srgbClr val="5B6670"/>
                </a:solidFill>
                <a:latin typeface="Arial" pitchFamily="34" charset="0"/>
                <a:ea typeface="Arial" pitchFamily="34" charset="-122"/>
                <a:cs typeface="Arial" pitchFamily="34" charset="-120"/>
              </a:rPr>
              <a:t>5 min</a:t>
            </a:r>
            <a:endParaRPr lang="en-US" sz="1200" dirty="0"/>
          </a:p>
        </p:txBody>
      </p:sp>
      <p:sp>
        <p:nvSpPr>
          <p:cNvPr id="16" name="Shape 5"/>
          <p:cNvSpPr/>
          <p:nvPr/>
        </p:nvSpPr>
        <p:spPr>
          <a:xfrm>
            <a:off x="731520" y="4270248"/>
            <a:ext cx="10728655" cy="0"/>
          </a:xfrm>
          <a:prstGeom prst="line">
            <a:avLst/>
          </a:prstGeom>
          <a:noFill/>
          <a:ln w="12700">
            <a:solidFill>
              <a:srgbClr val="E2E6E3"/>
            </a:solidFill>
            <a:prstDash val="solid"/>
          </a:ln>
        </p:spPr>
      </p:sp>
      <p:sp>
        <p:nvSpPr>
          <p:cNvPr id="17" name="Text 6"/>
          <p:cNvSpPr txBox="1"/>
          <p:nvPr/>
        </p:nvSpPr>
        <p:spPr>
          <a:xfrm>
            <a:off x="731520" y="4416552"/>
            <a:ext cx="658368" cy="457200"/>
          </a:xfrm>
          <a:prstGeom prst="rect">
            <a:avLst/>
          </a:prstGeom>
          <a:noFill/>
          <a:ln/>
        </p:spPr>
        <p:txBody>
          <a:bodyPr wrap="square" lIns="0" tIns="0" rIns="0" bIns="0" rtlCol="0" anchor="ctr"/>
          <a:lstStyle/>
          <a:p>
            <a:pPr algn="l" indent="0" marL="0">
              <a:buNone/>
            </a:pPr>
            <a:r>
              <a:rPr lang="en-US" sz="2000" b="1" dirty="0">
                <a:solidFill>
                  <a:srgbClr val="3C7D4D"/>
                </a:solidFill>
                <a:latin typeface="Arial" pitchFamily="34" charset="0"/>
                <a:ea typeface="Arial" pitchFamily="34" charset="-122"/>
                <a:cs typeface="Arial" pitchFamily="34" charset="-120"/>
              </a:rPr>
              <a:t>04</a:t>
            </a:r>
            <a:endParaRPr lang="en-US" sz="2000" dirty="0"/>
          </a:p>
        </p:txBody>
      </p:sp>
      <p:sp>
        <p:nvSpPr>
          <p:cNvPr id="18" name="Text 7"/>
          <p:cNvSpPr txBox="1"/>
          <p:nvPr>
            <p:ph idx="116" type="body" hasCustomPrompt="1"/>
          </p:nvPr>
        </p:nvSpPr>
        <p:spPr>
          <a:xfrm>
            <a:off x="1508760" y="4416552"/>
            <a:ext cx="7863840" cy="457200"/>
          </a:xfrm>
          <a:prstGeom prst="rect">
            <a:avLst/>
          </a:prstGeom>
          <a:noFill/>
          <a:ln/>
        </p:spPr>
        <p:txBody>
          <a:bodyPr wrap="square" rtlCol="0"/>
          <a:lstStyle>
            <a:lvl1pPr algn="l" indent="0" marL="0">
              <a:buNone/>
              <a:defRPr lang="en-US" sz="1700" b="1" dirty="0">
                <a:solidFill>
                  <a:srgbClr val="15181A"/>
                </a:solidFill>
                <a:latin typeface="Arial" pitchFamily="34" charset="0"/>
                <a:ea typeface="Arial" pitchFamily="34" charset="-122"/>
                <a:cs typeface="Arial" pitchFamily="34" charset="-120"/>
              </a:defRPr>
            </a:lvl1pPr>
          </a:lstStyle>
          <a:p>
            <a:pPr algn="l" indent="0" marL="0">
              <a:buNone/>
            </a:pPr>
            <a:r>
              <a:rPr lang="en-US" sz="1700" b="1" dirty="0">
                <a:solidFill>
                  <a:srgbClr val="15181A"/>
                </a:solidFill>
                <a:latin typeface="Arial" pitchFamily="34" charset="0"/>
                <a:ea typeface="Arial" pitchFamily="34" charset="-122"/>
                <a:cs typeface="Arial" pitchFamily="34" charset="-120"/>
              </a:rPr>
              <a:t>Agenda item</a:t>
            </a:r>
            <a:endParaRPr lang="en-US" sz="1700" dirty="0"/>
          </a:p>
        </p:txBody>
      </p:sp>
      <p:sp>
        <p:nvSpPr>
          <p:cNvPr id="19" name="Text 7"/>
          <p:cNvSpPr txBox="1"/>
          <p:nvPr>
            <p:ph idx="117" type="body" hasCustomPrompt="1"/>
          </p:nvPr>
        </p:nvSpPr>
        <p:spPr>
          <a:xfrm>
            <a:off x="8869680" y="4416552"/>
            <a:ext cx="2587752" cy="457200"/>
          </a:xfrm>
          <a:prstGeom prst="rect">
            <a:avLst/>
          </a:prstGeom>
          <a:noFill/>
          <a:ln/>
        </p:spPr>
        <p:txBody>
          <a:bodyPr wrap="square" rtlCol="0"/>
          <a:lstStyle>
            <a:lvl1pPr algn="r" indent="0" marL="0">
              <a:buNone/>
              <a:defRPr lang="en-US" sz="1200" dirty="0">
                <a:solidFill>
                  <a:srgbClr val="5B6670"/>
                </a:solidFill>
                <a:latin typeface="Arial" pitchFamily="34" charset="0"/>
                <a:ea typeface="Arial" pitchFamily="34" charset="-122"/>
                <a:cs typeface="Arial" pitchFamily="34" charset="-120"/>
              </a:defRPr>
            </a:lvl1pPr>
          </a:lstStyle>
          <a:p>
            <a:pPr algn="r" indent="0" marL="0">
              <a:buNone/>
            </a:pPr>
            <a:r>
              <a:rPr lang="en-US" sz="1200" dirty="0">
                <a:solidFill>
                  <a:srgbClr val="5B6670"/>
                </a:solidFill>
                <a:latin typeface="Arial" pitchFamily="34" charset="0"/>
                <a:ea typeface="Arial" pitchFamily="34" charset="-122"/>
                <a:cs typeface="Arial" pitchFamily="34" charset="-120"/>
              </a:rPr>
              <a:t>5 min</a:t>
            </a:r>
            <a:endParaRPr lang="en-US" sz="1200" dirty="0"/>
          </a:p>
        </p:txBody>
      </p:sp>
      <p:sp>
        <p:nvSpPr>
          <p:cNvPr id="20" name="Shape 7"/>
          <p:cNvSpPr/>
          <p:nvPr/>
        </p:nvSpPr>
        <p:spPr>
          <a:xfrm>
            <a:off x="731520" y="5020056"/>
            <a:ext cx="10728655" cy="0"/>
          </a:xfrm>
          <a:prstGeom prst="line">
            <a:avLst/>
          </a:prstGeom>
          <a:noFill/>
          <a:ln w="12700">
            <a:solidFill>
              <a:srgbClr val="E2E6E3"/>
            </a:solidFill>
            <a:prstDash val="solid"/>
          </a:ln>
        </p:spPr>
      </p:sp>
      <p:sp>
        <p:nvSpPr>
          <p:cNvPr id="21" name="Text 8"/>
          <p:cNvSpPr txBox="1"/>
          <p:nvPr/>
        </p:nvSpPr>
        <p:spPr>
          <a:xfrm>
            <a:off x="731520" y="5166360"/>
            <a:ext cx="658368" cy="457200"/>
          </a:xfrm>
          <a:prstGeom prst="rect">
            <a:avLst/>
          </a:prstGeom>
          <a:noFill/>
          <a:ln/>
        </p:spPr>
        <p:txBody>
          <a:bodyPr wrap="square" lIns="0" tIns="0" rIns="0" bIns="0" rtlCol="0" anchor="ctr"/>
          <a:lstStyle/>
          <a:p>
            <a:pPr algn="l" indent="0" marL="0">
              <a:buNone/>
            </a:pPr>
            <a:r>
              <a:rPr lang="en-US" sz="2000" b="1" dirty="0">
                <a:solidFill>
                  <a:srgbClr val="3C7D4D"/>
                </a:solidFill>
                <a:latin typeface="Arial" pitchFamily="34" charset="0"/>
                <a:ea typeface="Arial" pitchFamily="34" charset="-122"/>
                <a:cs typeface="Arial" pitchFamily="34" charset="-120"/>
              </a:rPr>
              <a:t>05</a:t>
            </a:r>
            <a:endParaRPr lang="en-US" sz="2000" dirty="0"/>
          </a:p>
        </p:txBody>
      </p:sp>
      <p:sp>
        <p:nvSpPr>
          <p:cNvPr id="22" name="Text 9"/>
          <p:cNvSpPr txBox="1"/>
          <p:nvPr>
            <p:ph idx="120" type="body" hasCustomPrompt="1"/>
          </p:nvPr>
        </p:nvSpPr>
        <p:spPr>
          <a:xfrm>
            <a:off x="1508760" y="5166360"/>
            <a:ext cx="7863840" cy="457200"/>
          </a:xfrm>
          <a:prstGeom prst="rect">
            <a:avLst/>
          </a:prstGeom>
          <a:noFill/>
          <a:ln/>
        </p:spPr>
        <p:txBody>
          <a:bodyPr wrap="square" rtlCol="0"/>
          <a:lstStyle>
            <a:lvl1pPr algn="l" indent="0" marL="0">
              <a:buNone/>
              <a:defRPr lang="en-US" sz="1700" b="1" dirty="0">
                <a:solidFill>
                  <a:srgbClr val="15181A"/>
                </a:solidFill>
                <a:latin typeface="Arial" pitchFamily="34" charset="0"/>
                <a:ea typeface="Arial" pitchFamily="34" charset="-122"/>
                <a:cs typeface="Arial" pitchFamily="34" charset="-120"/>
              </a:defRPr>
            </a:lvl1pPr>
          </a:lstStyle>
          <a:p>
            <a:pPr algn="l" indent="0" marL="0">
              <a:buNone/>
            </a:pPr>
            <a:r>
              <a:rPr lang="en-US" sz="1700" b="1" dirty="0">
                <a:solidFill>
                  <a:srgbClr val="15181A"/>
                </a:solidFill>
                <a:latin typeface="Arial" pitchFamily="34" charset="0"/>
                <a:ea typeface="Arial" pitchFamily="34" charset="-122"/>
                <a:cs typeface="Arial" pitchFamily="34" charset="-120"/>
              </a:rPr>
              <a:t>Agenda item</a:t>
            </a:r>
            <a:endParaRPr lang="en-US" sz="1700" dirty="0"/>
          </a:p>
        </p:txBody>
      </p:sp>
      <p:sp>
        <p:nvSpPr>
          <p:cNvPr id="23" name="Text 9"/>
          <p:cNvSpPr txBox="1"/>
          <p:nvPr>
            <p:ph idx="121" type="body" hasCustomPrompt="1"/>
          </p:nvPr>
        </p:nvSpPr>
        <p:spPr>
          <a:xfrm>
            <a:off x="8869680" y="5166360"/>
            <a:ext cx="2587752" cy="457200"/>
          </a:xfrm>
          <a:prstGeom prst="rect">
            <a:avLst/>
          </a:prstGeom>
          <a:noFill/>
          <a:ln/>
        </p:spPr>
        <p:txBody>
          <a:bodyPr wrap="square" rtlCol="0"/>
          <a:lstStyle>
            <a:lvl1pPr algn="r" indent="0" marL="0">
              <a:buNone/>
              <a:defRPr lang="en-US" sz="1200" dirty="0">
                <a:solidFill>
                  <a:srgbClr val="5B6670"/>
                </a:solidFill>
                <a:latin typeface="Arial" pitchFamily="34" charset="0"/>
                <a:ea typeface="Arial" pitchFamily="34" charset="-122"/>
                <a:cs typeface="Arial" pitchFamily="34" charset="-120"/>
              </a:defRPr>
            </a:lvl1pPr>
          </a:lstStyle>
          <a:p>
            <a:pPr algn="r" indent="0" marL="0">
              <a:buNone/>
            </a:pPr>
            <a:r>
              <a:rPr lang="en-US" sz="1200" dirty="0">
                <a:solidFill>
                  <a:srgbClr val="5B6670"/>
                </a:solidFill>
                <a:latin typeface="Arial" pitchFamily="34" charset="0"/>
                <a:ea typeface="Arial" pitchFamily="34" charset="-122"/>
                <a:cs typeface="Arial" pitchFamily="34" charset="-120"/>
              </a:rPr>
              <a:t>5 min</a:t>
            </a:r>
            <a:endParaRPr lang="en-US" sz="1200" dirty="0"/>
          </a:p>
        </p:txBody>
      </p:sp>
      <p:sp>
        <p:nvSpPr>
          <p:cNvPr id="24" name="Shape 9"/>
          <p:cNvSpPr/>
          <p:nvPr/>
        </p:nvSpPr>
        <p:spPr>
          <a:xfrm>
            <a:off x="731520" y="5769864"/>
            <a:ext cx="10728655" cy="0"/>
          </a:xfrm>
          <a:prstGeom prst="line">
            <a:avLst/>
          </a:prstGeom>
          <a:noFill/>
          <a:ln w="12700">
            <a:solidFill>
              <a:srgbClr val="E2E6E3"/>
            </a:solidFill>
            <a:prstDash val="solid"/>
          </a:ln>
        </p:spPr>
      </p:sp>
      <p:pic>
        <p:nvPicPr>
          <p:cNvPr id="25" name="Image 0" descr="brand/logo_h.png">    </p:cNvPr>
          <p:cNvPicPr>
            <a:picLocks noChangeAspect="1"/>
          </p:cNvPicPr>
          <p:nvPr/>
        </p:nvPicPr>
        <p:blipFill>
          <a:blip r:embed="rId1"/>
          <a:stretch>
            <a:fillRect/>
          </a:stretch>
        </p:blipFill>
        <p:spPr>
          <a:xfrm>
            <a:off x="10625328" y="6272784"/>
            <a:ext cx="1325880" cy="447932"/>
          </a:xfrm>
          <a:prstGeom prst="rect">
            <a:avLst/>
          </a:prstGeom>
        </p:spPr>
      </p:pic>
      <p:sp>
        <p:nvSpPr>
          <p:cNvPr id="25" name="Slide Number Placeholder 0"/>
          <p:cNvSpPr>
            <a:spLocks noGrp="1"/>
          </p:cNvSpPr>
          <p:nvPr>
            <p:ph type="sldNum" sz="quarter" idx="4294967295"/>
          </p:nvPr>
        </p:nvSpPr>
        <p:spPr>
          <a:xfrm>
            <a:off x="9555480" y="6364224"/>
            <a:ext cx="82296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670"/>
                </a:solidFill>
                <a:latin typeface="Arial"/>
                <a:ea typeface="Arial"/>
                <a:cs typeface="Arial"/>
              </a:defRPr>
            </a:lvl1pPr>
          </a:lstStyle>
          <a:p>
            <a:pPr algn="r"/>
            <a:fld id="{F7021451-1387-4CA6-816F-3879F97B5CBC}" type="slidenum">
              <a:rPr b="0" lang="en-US"/>
              <a:t>1004</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p:cSld name="TITLE_CONTENT">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2" name="Text 0"/>
          <p:cNvSpPr txBox="1"/>
          <p:nvPr>
            <p:ph idx="100" type="body" hasCustomPrompt="1"/>
          </p:nvPr>
        </p:nvSpPr>
        <p:spPr>
          <a:xfrm>
            <a:off x="731520" y="548640"/>
            <a:ext cx="10728655" cy="237744"/>
          </a:xfrm>
          <a:prstGeom prst="rect">
            <a:avLst/>
          </a:prstGeom>
          <a:noFill/>
          <a:ln/>
        </p:spPr>
        <p:txBody>
          <a:bodyPr wrap="square" rtlCol="0"/>
          <a:lstStyle>
            <a:lvl1pPr algn="l" indent="0" marL="0">
              <a:buNone/>
              <a:defRPr lang="en-US" sz="1100" b="1" spc="300" kern="0" dirty="0">
                <a:solidFill>
                  <a:srgbClr val="3C7D4D"/>
                </a:solidFill>
                <a:latin typeface="Arial" pitchFamily="34" charset="0"/>
                <a:ea typeface="Arial" pitchFamily="34" charset="-122"/>
                <a:cs typeface="Arial" pitchFamily="34" charset="-120"/>
              </a:defRPr>
            </a:lvl1pPr>
          </a:lstStyle>
          <a:p>
            <a:pPr algn="l" indent="0" marL="0">
              <a:buNone/>
            </a:pPr>
            <a:r>
              <a:rPr lang="en-US" sz="1100" b="1" spc="300" kern="0" dirty="0">
                <a:solidFill>
                  <a:srgbClr val="3C7D4D"/>
                </a:solidFill>
                <a:latin typeface="Arial" pitchFamily="34" charset="0"/>
                <a:ea typeface="Arial" pitchFamily="34" charset="-122"/>
                <a:cs typeface="Arial" pitchFamily="34" charset="-120"/>
              </a:rPr>
              <a:t>CATEGORY</a:t>
            </a:r>
            <a:endParaRPr lang="en-US" sz="1100" dirty="0"/>
          </a:p>
        </p:txBody>
      </p:sp>
      <p:sp>
        <p:nvSpPr>
          <p:cNvPr id="3" name="Text 0"/>
          <p:cNvSpPr txBox="1"/>
          <p:nvPr>
            <p:ph idx="101" type="title" hasCustomPrompt="1"/>
          </p:nvPr>
        </p:nvSpPr>
        <p:spPr>
          <a:xfrm>
            <a:off x="731520" y="822960"/>
            <a:ext cx="10058400" cy="713232"/>
          </a:xfrm>
          <a:prstGeom prst="rect">
            <a:avLst/>
          </a:prstGeom>
          <a:noFill/>
          <a:ln/>
        </p:spPr>
        <p:txBody>
          <a:bodyPr wrap="square" rtlCol="0"/>
          <a:lstStyle>
            <a:lvl1pPr algn="l" indent="0" marL="0">
              <a:buNone/>
              <a:defRPr lang="en-US" sz="3400" b="1" spc="-60" kern="0" dirty="0">
                <a:solidFill>
                  <a:srgbClr val="15181A"/>
                </a:solidFill>
                <a:latin typeface="Arial" pitchFamily="34" charset="0"/>
                <a:ea typeface="Arial" pitchFamily="34" charset="-122"/>
                <a:cs typeface="Arial" pitchFamily="34" charset="-120"/>
              </a:defRPr>
            </a:lvl1pPr>
          </a:lstStyle>
          <a:p>
            <a:pPr algn="l" indent="0" marL="0">
              <a:buNone/>
            </a:pPr>
            <a:r>
              <a:rPr lang="en-US" sz="3400" b="1" spc="-60" kern="0" dirty="0">
                <a:solidFill>
                  <a:srgbClr val="15181A"/>
                </a:solidFill>
                <a:latin typeface="Arial" pitchFamily="34" charset="0"/>
                <a:ea typeface="Arial" pitchFamily="34" charset="-122"/>
                <a:cs typeface="Arial" pitchFamily="34" charset="-120"/>
              </a:rPr>
              <a:t>Slide title</a:t>
            </a:r>
            <a:endParaRPr lang="en-US" sz="3400" dirty="0"/>
          </a:p>
        </p:txBody>
      </p:sp>
      <p:sp>
        <p:nvSpPr>
          <p:cNvPr id="4" name="Text 0"/>
          <p:cNvSpPr txBox="1"/>
          <p:nvPr>
            <p:ph idx="102" type="body" hasCustomPrompt="1"/>
          </p:nvPr>
        </p:nvSpPr>
        <p:spPr>
          <a:xfrm>
            <a:off x="731520" y="1591056"/>
            <a:ext cx="10728655" cy="420624"/>
          </a:xfrm>
          <a:prstGeom prst="rect">
            <a:avLst/>
          </a:prstGeom>
          <a:noFill/>
          <a:ln/>
        </p:spPr>
        <p:txBody>
          <a:bodyPr wrap="square" rtlCol="0"/>
          <a:lstStyle>
            <a:lvl1pPr algn="l" indent="0" marL="0">
              <a:buNone/>
              <a:defRPr lang="en-US" sz="1600" b="1" dirty="0">
                <a:solidFill>
                  <a:srgbClr val="3C7D4D"/>
                </a:solidFill>
                <a:latin typeface="Arial" pitchFamily="34" charset="0"/>
                <a:ea typeface="Arial" pitchFamily="34" charset="-122"/>
                <a:cs typeface="Arial" pitchFamily="34" charset="-120"/>
              </a:defRPr>
            </a:lvl1pPr>
          </a:lstStyle>
          <a:p>
            <a:pPr algn="l" indent="0" marL="0">
              <a:buNone/>
            </a:pPr>
            <a:r>
              <a:rPr lang="en-US" sz="1600" b="1" dirty="0">
                <a:solidFill>
                  <a:srgbClr val="3C7D4D"/>
                </a:solidFill>
                <a:latin typeface="Arial" pitchFamily="34" charset="0"/>
                <a:ea typeface="Arial" pitchFamily="34" charset="-122"/>
                <a:cs typeface="Arial" pitchFamily="34" charset="-120"/>
              </a:rPr>
              <a:t>The one thing this slide proves.</a:t>
            </a:r>
            <a:endParaRPr lang="en-US" sz="1600" dirty="0"/>
          </a:p>
        </p:txBody>
      </p:sp>
      <p:sp>
        <p:nvSpPr>
          <p:cNvPr id="5" name="Text 0"/>
          <p:cNvSpPr txBox="1"/>
          <p:nvPr>
            <p:ph idx="103" type="body" hasCustomPrompt="1"/>
          </p:nvPr>
        </p:nvSpPr>
        <p:spPr>
          <a:xfrm>
            <a:off x="731520" y="2121408"/>
            <a:ext cx="10728655" cy="3913632"/>
          </a:xfrm>
          <a:prstGeom prst="rect">
            <a:avLst/>
          </a:prstGeom>
          <a:noFill/>
          <a:ln/>
        </p:spPr>
        <p:txBody>
          <a:bodyPr wrap="square" rtlCol="0"/>
          <a:lstStyle>
            <a:lvl1pPr algn="l" indent="0" marL="0">
              <a:buNone/>
              <a:defRPr lang="en-US" sz="1600" dirty="0">
                <a:solidFill>
                  <a:srgbClr val="15181A"/>
                </a:solidFill>
                <a:latin typeface="Arial" pitchFamily="34" charset="0"/>
                <a:ea typeface="Arial" pitchFamily="34" charset="-122"/>
                <a:cs typeface="Arial" pitchFamily="34" charset="-120"/>
              </a:defRPr>
            </a:lvl1pPr>
          </a:lstStyle>
          <a:p>
            <a:pPr algn="l" indent="0" marL="0">
              <a:buNone/>
            </a:pPr>
            <a:r>
              <a:rPr lang="en-US" sz="1600" dirty="0">
                <a:solidFill>
                  <a:srgbClr val="15181A"/>
                </a:solidFill>
                <a:latin typeface="Arial" pitchFamily="34" charset="0"/>
                <a:ea typeface="Arial" pitchFamily="34" charset="-122"/>
                <a:cs typeface="Arial" pitchFamily="34" charset="-120"/>
              </a:rPr>
              <a:t>Supporting content</a:t>
            </a:r>
            <a:endParaRPr lang="en-US" sz="1600" dirty="0"/>
          </a:p>
        </p:txBody>
      </p:sp>
      <p:sp>
        <p:nvSpPr>
          <p:cNvPr id="6" name="Text 0"/>
          <p:cNvSpPr txBox="1"/>
          <p:nvPr>
            <p:ph idx="104" type="body" hasCustomPrompt="1"/>
          </p:nvPr>
        </p:nvSpPr>
        <p:spPr>
          <a:xfrm>
            <a:off x="731520" y="6364224"/>
            <a:ext cx="7863840" cy="237744"/>
          </a:xfrm>
          <a:prstGeom prst="rect">
            <a:avLst/>
          </a:prstGeom>
          <a:noFill/>
          <a:ln/>
        </p:spPr>
        <p:txBody>
          <a:bodyPr wrap="square" rtlCol="0"/>
          <a:lstStyle>
            <a:lvl1pPr algn="l" indent="0" marL="0">
              <a:buNone/>
              <a:defRPr lang="en-US" sz="900" dirty="0">
                <a:solidFill>
                  <a:srgbClr val="5B6670"/>
                </a:solidFill>
                <a:latin typeface="Arial" pitchFamily="34" charset="0"/>
                <a:ea typeface="Arial" pitchFamily="34" charset="-122"/>
                <a:cs typeface="Arial" pitchFamily="34" charset="-120"/>
              </a:defRPr>
            </a:lvl1pPr>
          </a:lstStyle>
          <a:p>
            <a:pPr algn="l" indent="0" marL="0">
              <a:buNone/>
            </a:pPr>
            <a:r>
              <a:rPr lang="en-US" sz="900" dirty="0">
                <a:solidFill>
                  <a:srgbClr val="5B6670"/>
                </a:solidFill>
                <a:latin typeface="Arial" pitchFamily="34" charset="0"/>
                <a:ea typeface="Arial" pitchFamily="34" charset="-122"/>
                <a:cs typeface="Arial" pitchFamily="34" charset="-120"/>
              </a:rPr>
              <a:t>Source: </a:t>
            </a:r>
            <a:endParaRPr lang="en-US" sz="900" dirty="0"/>
          </a:p>
        </p:txBody>
      </p:sp>
      <p:pic>
        <p:nvPicPr>
          <p:cNvPr id="7" name="Image 0" descr="brand/logo_h.png">    </p:cNvPr>
          <p:cNvPicPr>
            <a:picLocks noChangeAspect="1"/>
          </p:cNvPicPr>
          <p:nvPr/>
        </p:nvPicPr>
        <p:blipFill>
          <a:blip r:embed="rId1"/>
          <a:stretch>
            <a:fillRect/>
          </a:stretch>
        </p:blipFill>
        <p:spPr>
          <a:xfrm>
            <a:off x="10625328" y="6272784"/>
            <a:ext cx="1325880" cy="447932"/>
          </a:xfrm>
          <a:prstGeom prst="rect">
            <a:avLst/>
          </a:prstGeom>
        </p:spPr>
      </p:pic>
      <p:sp>
        <p:nvSpPr>
          <p:cNvPr id="25" name="Slide Number Placeholder 0"/>
          <p:cNvSpPr>
            <a:spLocks noGrp="1"/>
          </p:cNvSpPr>
          <p:nvPr>
            <p:ph type="sldNum" sz="quarter" idx="4294967295"/>
          </p:nvPr>
        </p:nvSpPr>
        <p:spPr>
          <a:xfrm>
            <a:off x="9555480" y="6364224"/>
            <a:ext cx="82296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670"/>
                </a:solidFill>
                <a:latin typeface="Arial"/>
                <a:ea typeface="Arial"/>
                <a:cs typeface="Arial"/>
              </a:defRPr>
            </a:lvl1pPr>
          </a:lstStyle>
          <a:p>
            <a:pPr algn="r"/>
            <a:fld id="{F7021451-1387-4CA6-816F-3879F97B5CBC}" type="slidenum">
              <a:rPr b="0" lang="en-US"/>
              <a:t>1005</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p:cSld name="TWO_CONTENT">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2" name="Text 0"/>
          <p:cNvSpPr txBox="1"/>
          <p:nvPr>
            <p:ph idx="100" type="body" hasCustomPrompt="1"/>
          </p:nvPr>
        </p:nvSpPr>
        <p:spPr>
          <a:xfrm>
            <a:off x="731520" y="548640"/>
            <a:ext cx="10728655" cy="237744"/>
          </a:xfrm>
          <a:prstGeom prst="rect">
            <a:avLst/>
          </a:prstGeom>
          <a:noFill/>
          <a:ln/>
        </p:spPr>
        <p:txBody>
          <a:bodyPr wrap="square" rtlCol="0"/>
          <a:lstStyle>
            <a:lvl1pPr algn="l" indent="0" marL="0">
              <a:buNone/>
              <a:defRPr lang="en-US" sz="1100" b="1" spc="300" kern="0" dirty="0">
                <a:solidFill>
                  <a:srgbClr val="3C7D4D"/>
                </a:solidFill>
                <a:latin typeface="Arial" pitchFamily="34" charset="0"/>
                <a:ea typeface="Arial" pitchFamily="34" charset="-122"/>
                <a:cs typeface="Arial" pitchFamily="34" charset="-120"/>
              </a:defRPr>
            </a:lvl1pPr>
          </a:lstStyle>
          <a:p>
            <a:pPr algn="l" indent="0" marL="0">
              <a:buNone/>
            </a:pPr>
            <a:r>
              <a:rPr lang="en-US" sz="1100" b="1" spc="300" kern="0" dirty="0">
                <a:solidFill>
                  <a:srgbClr val="3C7D4D"/>
                </a:solidFill>
                <a:latin typeface="Arial" pitchFamily="34" charset="0"/>
                <a:ea typeface="Arial" pitchFamily="34" charset="-122"/>
                <a:cs typeface="Arial" pitchFamily="34" charset="-120"/>
              </a:rPr>
              <a:t>CATEGORY</a:t>
            </a:r>
            <a:endParaRPr lang="en-US" sz="1100" dirty="0"/>
          </a:p>
        </p:txBody>
      </p:sp>
      <p:sp>
        <p:nvSpPr>
          <p:cNvPr id="3" name="Text 0"/>
          <p:cNvSpPr txBox="1"/>
          <p:nvPr>
            <p:ph idx="101" type="title" hasCustomPrompt="1"/>
          </p:nvPr>
        </p:nvSpPr>
        <p:spPr>
          <a:xfrm>
            <a:off x="731520" y="822960"/>
            <a:ext cx="10058400" cy="713232"/>
          </a:xfrm>
          <a:prstGeom prst="rect">
            <a:avLst/>
          </a:prstGeom>
          <a:noFill/>
          <a:ln/>
        </p:spPr>
        <p:txBody>
          <a:bodyPr wrap="square" rtlCol="0"/>
          <a:lstStyle>
            <a:lvl1pPr algn="l" indent="0" marL="0">
              <a:buNone/>
              <a:defRPr lang="en-US" sz="3400" b="1" spc="-60" kern="0" dirty="0">
                <a:solidFill>
                  <a:srgbClr val="15181A"/>
                </a:solidFill>
                <a:latin typeface="Arial" pitchFamily="34" charset="0"/>
                <a:ea typeface="Arial" pitchFamily="34" charset="-122"/>
                <a:cs typeface="Arial" pitchFamily="34" charset="-120"/>
              </a:defRPr>
            </a:lvl1pPr>
          </a:lstStyle>
          <a:p>
            <a:pPr algn="l" indent="0" marL="0">
              <a:buNone/>
            </a:pPr>
            <a:r>
              <a:rPr lang="en-US" sz="3400" b="1" spc="-60" kern="0" dirty="0">
                <a:solidFill>
                  <a:srgbClr val="15181A"/>
                </a:solidFill>
                <a:latin typeface="Arial" pitchFamily="34" charset="0"/>
                <a:ea typeface="Arial" pitchFamily="34" charset="-122"/>
                <a:cs typeface="Arial" pitchFamily="34" charset="-120"/>
              </a:rPr>
              <a:t>Slide title</a:t>
            </a:r>
            <a:endParaRPr lang="en-US" sz="3400" dirty="0"/>
          </a:p>
        </p:txBody>
      </p:sp>
      <p:sp>
        <p:nvSpPr>
          <p:cNvPr id="4" name="Text 0"/>
          <p:cNvSpPr txBox="1"/>
          <p:nvPr>
            <p:ph idx="102" type="body" hasCustomPrompt="1"/>
          </p:nvPr>
        </p:nvSpPr>
        <p:spPr>
          <a:xfrm>
            <a:off x="731520" y="1591056"/>
            <a:ext cx="10728655" cy="420624"/>
          </a:xfrm>
          <a:prstGeom prst="rect">
            <a:avLst/>
          </a:prstGeom>
          <a:noFill/>
          <a:ln/>
        </p:spPr>
        <p:txBody>
          <a:bodyPr wrap="square" rtlCol="0"/>
          <a:lstStyle>
            <a:lvl1pPr algn="l" indent="0" marL="0">
              <a:buNone/>
              <a:defRPr lang="en-US" sz="1600" b="1" dirty="0">
                <a:solidFill>
                  <a:srgbClr val="3C7D4D"/>
                </a:solidFill>
                <a:latin typeface="Arial" pitchFamily="34" charset="0"/>
                <a:ea typeface="Arial" pitchFamily="34" charset="-122"/>
                <a:cs typeface="Arial" pitchFamily="34" charset="-120"/>
              </a:defRPr>
            </a:lvl1pPr>
          </a:lstStyle>
          <a:p>
            <a:pPr algn="l" indent="0" marL="0">
              <a:buNone/>
            </a:pPr>
            <a:r>
              <a:rPr lang="en-US" sz="1600" b="1" dirty="0">
                <a:solidFill>
                  <a:srgbClr val="3C7D4D"/>
                </a:solidFill>
                <a:latin typeface="Arial" pitchFamily="34" charset="0"/>
                <a:ea typeface="Arial" pitchFamily="34" charset="-122"/>
                <a:cs typeface="Arial" pitchFamily="34" charset="-120"/>
              </a:rPr>
              <a:t>The one thing this slide proves.</a:t>
            </a:r>
            <a:endParaRPr lang="en-US" sz="1600" dirty="0"/>
          </a:p>
        </p:txBody>
      </p:sp>
      <p:sp>
        <p:nvSpPr>
          <p:cNvPr id="5" name="Text 0"/>
          <p:cNvSpPr txBox="1"/>
          <p:nvPr>
            <p:ph idx="103" type="body" hasCustomPrompt="1"/>
          </p:nvPr>
        </p:nvSpPr>
        <p:spPr>
          <a:xfrm>
            <a:off x="731520" y="2121408"/>
            <a:ext cx="5120640" cy="310896"/>
          </a:xfrm>
          <a:prstGeom prst="rect">
            <a:avLst/>
          </a:prstGeom>
          <a:noFill/>
          <a:ln/>
        </p:spPr>
        <p:txBody>
          <a:bodyPr wrap="square" rtlCol="0"/>
          <a:lstStyle>
            <a:lvl1pPr algn="l" indent="0" marL="0">
              <a:buNone/>
              <a:defRPr lang="en-US" sz="1100" b="1" spc="240" kern="0" dirty="0">
                <a:solidFill>
                  <a:srgbClr val="3C7D4D"/>
                </a:solidFill>
                <a:latin typeface="Arial" pitchFamily="34" charset="0"/>
                <a:ea typeface="Arial" pitchFamily="34" charset="-122"/>
                <a:cs typeface="Arial" pitchFamily="34" charset="-120"/>
              </a:defRPr>
            </a:lvl1pPr>
          </a:lstStyle>
          <a:p>
            <a:pPr algn="l" indent="0" marL="0">
              <a:buNone/>
            </a:pPr>
            <a:r>
              <a:rPr lang="en-US" sz="1100" b="1" spc="240" kern="0" dirty="0">
                <a:solidFill>
                  <a:srgbClr val="3C7D4D"/>
                </a:solidFill>
                <a:latin typeface="Arial" pitchFamily="34" charset="0"/>
                <a:ea typeface="Arial" pitchFamily="34" charset="-122"/>
                <a:cs typeface="Arial" pitchFamily="34" charset="-120"/>
              </a:rPr>
              <a:t>LEFT HEADING</a:t>
            </a:r>
            <a:endParaRPr lang="en-US" sz="1100" dirty="0"/>
          </a:p>
        </p:txBody>
      </p:sp>
      <p:sp>
        <p:nvSpPr>
          <p:cNvPr id="6" name="Shape 0"/>
          <p:cNvSpPr/>
          <p:nvPr/>
        </p:nvSpPr>
        <p:spPr>
          <a:xfrm>
            <a:off x="731520" y="2505456"/>
            <a:ext cx="5120640" cy="0"/>
          </a:xfrm>
          <a:prstGeom prst="line">
            <a:avLst/>
          </a:prstGeom>
          <a:noFill/>
          <a:ln w="12700">
            <a:solidFill>
              <a:srgbClr val="E2E6E3"/>
            </a:solidFill>
            <a:prstDash val="solid"/>
          </a:ln>
        </p:spPr>
      </p:sp>
      <p:sp>
        <p:nvSpPr>
          <p:cNvPr id="7" name="Text 1"/>
          <p:cNvSpPr txBox="1"/>
          <p:nvPr>
            <p:ph idx="105" type="body" hasCustomPrompt="1"/>
          </p:nvPr>
        </p:nvSpPr>
        <p:spPr>
          <a:xfrm>
            <a:off x="731520" y="2651760"/>
            <a:ext cx="5120640" cy="3383280"/>
          </a:xfrm>
          <a:prstGeom prst="rect">
            <a:avLst/>
          </a:prstGeom>
          <a:noFill/>
          <a:ln/>
        </p:spPr>
        <p:txBody>
          <a:bodyPr wrap="square" rtlCol="0"/>
          <a:lstStyle>
            <a:lvl1pPr algn="l" indent="0" marL="0">
              <a:buNone/>
              <a:defRPr lang="en-US" sz="1500" dirty="0">
                <a:solidFill>
                  <a:srgbClr val="15181A"/>
                </a:solidFill>
                <a:latin typeface="Arial" pitchFamily="34" charset="0"/>
                <a:ea typeface="Arial" pitchFamily="34" charset="-122"/>
                <a:cs typeface="Arial" pitchFamily="34" charset="-120"/>
              </a:defRPr>
            </a:lvl1pPr>
          </a:lstStyle>
          <a:p>
            <a:pPr algn="l" indent="0" marL="0">
              <a:buNone/>
            </a:pPr>
            <a:r>
              <a:rPr lang="en-US" sz="1500" dirty="0">
                <a:solidFill>
                  <a:srgbClr val="15181A"/>
                </a:solidFill>
                <a:latin typeface="Arial" pitchFamily="34" charset="0"/>
                <a:ea typeface="Arial" pitchFamily="34" charset="-122"/>
                <a:cs typeface="Arial" pitchFamily="34" charset="-120"/>
              </a:rPr>
              <a:t>Left content</a:t>
            </a:r>
            <a:endParaRPr lang="en-US" sz="1500" dirty="0"/>
          </a:p>
        </p:txBody>
      </p:sp>
      <p:sp>
        <p:nvSpPr>
          <p:cNvPr id="8" name="Text 1"/>
          <p:cNvSpPr txBox="1"/>
          <p:nvPr>
            <p:ph idx="106" type="body" hasCustomPrompt="1"/>
          </p:nvPr>
        </p:nvSpPr>
        <p:spPr>
          <a:xfrm>
            <a:off x="6519672" y="2121408"/>
            <a:ext cx="4937760" cy="310896"/>
          </a:xfrm>
          <a:prstGeom prst="rect">
            <a:avLst/>
          </a:prstGeom>
          <a:noFill/>
          <a:ln/>
        </p:spPr>
        <p:txBody>
          <a:bodyPr wrap="square" rtlCol="0"/>
          <a:lstStyle>
            <a:lvl1pPr algn="l" indent="0" marL="0">
              <a:buNone/>
              <a:defRPr lang="en-US" sz="1100" b="1" spc="240" kern="0" dirty="0">
                <a:solidFill>
                  <a:srgbClr val="3C7D4D"/>
                </a:solidFill>
                <a:latin typeface="Arial" pitchFamily="34" charset="0"/>
                <a:ea typeface="Arial" pitchFamily="34" charset="-122"/>
                <a:cs typeface="Arial" pitchFamily="34" charset="-120"/>
              </a:defRPr>
            </a:lvl1pPr>
          </a:lstStyle>
          <a:p>
            <a:pPr algn="l" indent="0" marL="0">
              <a:buNone/>
            </a:pPr>
            <a:r>
              <a:rPr lang="en-US" sz="1100" b="1" spc="240" kern="0" dirty="0">
                <a:solidFill>
                  <a:srgbClr val="3C7D4D"/>
                </a:solidFill>
                <a:latin typeface="Arial" pitchFamily="34" charset="0"/>
                <a:ea typeface="Arial" pitchFamily="34" charset="-122"/>
                <a:cs typeface="Arial" pitchFamily="34" charset="-120"/>
              </a:rPr>
              <a:t>RIGHT HEADING</a:t>
            </a:r>
            <a:endParaRPr lang="en-US" sz="1100" dirty="0"/>
          </a:p>
        </p:txBody>
      </p:sp>
      <p:sp>
        <p:nvSpPr>
          <p:cNvPr id="9" name="Shape 1"/>
          <p:cNvSpPr/>
          <p:nvPr/>
        </p:nvSpPr>
        <p:spPr>
          <a:xfrm>
            <a:off x="6519672" y="2505456"/>
            <a:ext cx="4937760" cy="0"/>
          </a:xfrm>
          <a:prstGeom prst="line">
            <a:avLst/>
          </a:prstGeom>
          <a:noFill/>
          <a:ln w="12700">
            <a:solidFill>
              <a:srgbClr val="E2E6E3"/>
            </a:solidFill>
            <a:prstDash val="solid"/>
          </a:ln>
        </p:spPr>
      </p:sp>
      <p:sp>
        <p:nvSpPr>
          <p:cNvPr id="10" name="Text 2"/>
          <p:cNvSpPr txBox="1"/>
          <p:nvPr>
            <p:ph idx="108" type="body" hasCustomPrompt="1"/>
          </p:nvPr>
        </p:nvSpPr>
        <p:spPr>
          <a:xfrm>
            <a:off x="6519672" y="2651760"/>
            <a:ext cx="4937760" cy="3383280"/>
          </a:xfrm>
          <a:prstGeom prst="rect">
            <a:avLst/>
          </a:prstGeom>
          <a:noFill/>
          <a:ln/>
        </p:spPr>
        <p:txBody>
          <a:bodyPr wrap="square" rtlCol="0"/>
          <a:lstStyle>
            <a:lvl1pPr algn="l" indent="0" marL="0">
              <a:buNone/>
              <a:defRPr lang="en-US" sz="1500" dirty="0">
                <a:solidFill>
                  <a:srgbClr val="15181A"/>
                </a:solidFill>
                <a:latin typeface="Arial" pitchFamily="34" charset="0"/>
                <a:ea typeface="Arial" pitchFamily="34" charset="-122"/>
                <a:cs typeface="Arial" pitchFamily="34" charset="-120"/>
              </a:defRPr>
            </a:lvl1pPr>
          </a:lstStyle>
          <a:p>
            <a:pPr algn="l" indent="0" marL="0">
              <a:buNone/>
            </a:pPr>
            <a:r>
              <a:rPr lang="en-US" sz="1500" dirty="0">
                <a:solidFill>
                  <a:srgbClr val="15181A"/>
                </a:solidFill>
                <a:latin typeface="Arial" pitchFamily="34" charset="0"/>
                <a:ea typeface="Arial" pitchFamily="34" charset="-122"/>
                <a:cs typeface="Arial" pitchFamily="34" charset="-120"/>
              </a:rPr>
              <a:t>Right content</a:t>
            </a:r>
            <a:endParaRPr lang="en-US" sz="1500" dirty="0"/>
          </a:p>
        </p:txBody>
      </p:sp>
      <p:sp>
        <p:nvSpPr>
          <p:cNvPr id="11" name="Text 2"/>
          <p:cNvSpPr txBox="1"/>
          <p:nvPr>
            <p:ph idx="109" type="body" hasCustomPrompt="1"/>
          </p:nvPr>
        </p:nvSpPr>
        <p:spPr>
          <a:xfrm>
            <a:off x="731520" y="6364224"/>
            <a:ext cx="7863840" cy="237744"/>
          </a:xfrm>
          <a:prstGeom prst="rect">
            <a:avLst/>
          </a:prstGeom>
          <a:noFill/>
          <a:ln/>
        </p:spPr>
        <p:txBody>
          <a:bodyPr wrap="square" rtlCol="0"/>
          <a:lstStyle>
            <a:lvl1pPr algn="l" indent="0" marL="0">
              <a:buNone/>
              <a:defRPr lang="en-US" sz="900" dirty="0">
                <a:solidFill>
                  <a:srgbClr val="5B6670"/>
                </a:solidFill>
                <a:latin typeface="Arial" pitchFamily="34" charset="0"/>
                <a:ea typeface="Arial" pitchFamily="34" charset="-122"/>
                <a:cs typeface="Arial" pitchFamily="34" charset="-120"/>
              </a:defRPr>
            </a:lvl1pPr>
          </a:lstStyle>
          <a:p>
            <a:pPr algn="l" indent="0" marL="0">
              <a:buNone/>
            </a:pPr>
            <a:r>
              <a:rPr lang="en-US" sz="900" dirty="0">
                <a:solidFill>
                  <a:srgbClr val="5B6670"/>
                </a:solidFill>
                <a:latin typeface="Arial" pitchFamily="34" charset="0"/>
                <a:ea typeface="Arial" pitchFamily="34" charset="-122"/>
                <a:cs typeface="Arial" pitchFamily="34" charset="-120"/>
              </a:rPr>
              <a:t>Source: </a:t>
            </a:r>
            <a:endParaRPr lang="en-US" sz="900" dirty="0"/>
          </a:p>
        </p:txBody>
      </p:sp>
      <p:pic>
        <p:nvPicPr>
          <p:cNvPr id="12" name="Image 0" descr="brand/logo_h.png">    </p:cNvPr>
          <p:cNvPicPr>
            <a:picLocks noChangeAspect="1"/>
          </p:cNvPicPr>
          <p:nvPr/>
        </p:nvPicPr>
        <p:blipFill>
          <a:blip r:embed="rId1"/>
          <a:stretch>
            <a:fillRect/>
          </a:stretch>
        </p:blipFill>
        <p:spPr>
          <a:xfrm>
            <a:off x="10625328" y="6272784"/>
            <a:ext cx="1325880" cy="447932"/>
          </a:xfrm>
          <a:prstGeom prst="rect">
            <a:avLst/>
          </a:prstGeom>
        </p:spPr>
      </p:pic>
      <p:sp>
        <p:nvSpPr>
          <p:cNvPr id="25" name="Slide Number Placeholder 0"/>
          <p:cNvSpPr>
            <a:spLocks noGrp="1"/>
          </p:cNvSpPr>
          <p:nvPr>
            <p:ph type="sldNum" sz="quarter" idx="4294967295"/>
          </p:nvPr>
        </p:nvSpPr>
        <p:spPr>
          <a:xfrm>
            <a:off x="9555480" y="6364224"/>
            <a:ext cx="82296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670"/>
                </a:solidFill>
                <a:latin typeface="Arial"/>
                <a:ea typeface="Arial"/>
                <a:cs typeface="Arial"/>
              </a:defRPr>
            </a:lvl1pPr>
          </a:lstStyle>
          <a:p>
            <a:pPr algn="r"/>
            <a:fld id="{F7021451-1387-4CA6-816F-3879F97B5CBC}" type="slidenum">
              <a:rPr b="0" lang="en-US"/>
              <a:t>1006</a:t>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preserve="1">
  <p:cSld name="THREE_CARDS">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2" name="Text 0"/>
          <p:cNvSpPr txBox="1"/>
          <p:nvPr>
            <p:ph idx="100" type="body" hasCustomPrompt="1"/>
          </p:nvPr>
        </p:nvSpPr>
        <p:spPr>
          <a:xfrm>
            <a:off x="731520" y="548640"/>
            <a:ext cx="10728655" cy="237744"/>
          </a:xfrm>
          <a:prstGeom prst="rect">
            <a:avLst/>
          </a:prstGeom>
          <a:noFill/>
          <a:ln/>
        </p:spPr>
        <p:txBody>
          <a:bodyPr wrap="square" rtlCol="0"/>
          <a:lstStyle>
            <a:lvl1pPr algn="l" indent="0" marL="0">
              <a:buNone/>
              <a:defRPr lang="en-US" sz="1100" b="1" spc="300" kern="0" dirty="0">
                <a:solidFill>
                  <a:srgbClr val="3C7D4D"/>
                </a:solidFill>
                <a:latin typeface="Arial" pitchFamily="34" charset="0"/>
                <a:ea typeface="Arial" pitchFamily="34" charset="-122"/>
                <a:cs typeface="Arial" pitchFamily="34" charset="-120"/>
              </a:defRPr>
            </a:lvl1pPr>
          </a:lstStyle>
          <a:p>
            <a:pPr algn="l" indent="0" marL="0">
              <a:buNone/>
            </a:pPr>
            <a:r>
              <a:rPr lang="en-US" sz="1100" b="1" spc="300" kern="0" dirty="0">
                <a:solidFill>
                  <a:srgbClr val="3C7D4D"/>
                </a:solidFill>
                <a:latin typeface="Arial" pitchFamily="34" charset="0"/>
                <a:ea typeface="Arial" pitchFamily="34" charset="-122"/>
                <a:cs typeface="Arial" pitchFamily="34" charset="-120"/>
              </a:rPr>
              <a:t>CATEGORY</a:t>
            </a:r>
            <a:endParaRPr lang="en-US" sz="1100" dirty="0"/>
          </a:p>
        </p:txBody>
      </p:sp>
      <p:sp>
        <p:nvSpPr>
          <p:cNvPr id="3" name="Text 0"/>
          <p:cNvSpPr txBox="1"/>
          <p:nvPr>
            <p:ph idx="101" type="title" hasCustomPrompt="1"/>
          </p:nvPr>
        </p:nvSpPr>
        <p:spPr>
          <a:xfrm>
            <a:off x="731520" y="822960"/>
            <a:ext cx="10058400" cy="713232"/>
          </a:xfrm>
          <a:prstGeom prst="rect">
            <a:avLst/>
          </a:prstGeom>
          <a:noFill/>
          <a:ln/>
        </p:spPr>
        <p:txBody>
          <a:bodyPr wrap="square" rtlCol="0"/>
          <a:lstStyle>
            <a:lvl1pPr algn="l" indent="0" marL="0">
              <a:buNone/>
              <a:defRPr lang="en-US" sz="3400" b="1" spc="-60" kern="0" dirty="0">
                <a:solidFill>
                  <a:srgbClr val="15181A"/>
                </a:solidFill>
                <a:latin typeface="Arial" pitchFamily="34" charset="0"/>
                <a:ea typeface="Arial" pitchFamily="34" charset="-122"/>
                <a:cs typeface="Arial" pitchFamily="34" charset="-120"/>
              </a:defRPr>
            </a:lvl1pPr>
          </a:lstStyle>
          <a:p>
            <a:pPr algn="l" indent="0" marL="0">
              <a:buNone/>
            </a:pPr>
            <a:r>
              <a:rPr lang="en-US" sz="3400" b="1" spc="-60" kern="0" dirty="0">
                <a:solidFill>
                  <a:srgbClr val="15181A"/>
                </a:solidFill>
                <a:latin typeface="Arial" pitchFamily="34" charset="0"/>
                <a:ea typeface="Arial" pitchFamily="34" charset="-122"/>
                <a:cs typeface="Arial" pitchFamily="34" charset="-120"/>
              </a:rPr>
              <a:t>Slide title</a:t>
            </a:r>
            <a:endParaRPr lang="en-US" sz="3400" dirty="0"/>
          </a:p>
        </p:txBody>
      </p:sp>
      <p:sp>
        <p:nvSpPr>
          <p:cNvPr id="4" name="Text 0"/>
          <p:cNvSpPr txBox="1"/>
          <p:nvPr>
            <p:ph idx="102" type="body" hasCustomPrompt="1"/>
          </p:nvPr>
        </p:nvSpPr>
        <p:spPr>
          <a:xfrm>
            <a:off x="731520" y="1591056"/>
            <a:ext cx="10728655" cy="420624"/>
          </a:xfrm>
          <a:prstGeom prst="rect">
            <a:avLst/>
          </a:prstGeom>
          <a:noFill/>
          <a:ln/>
        </p:spPr>
        <p:txBody>
          <a:bodyPr wrap="square" rtlCol="0"/>
          <a:lstStyle>
            <a:lvl1pPr algn="l" indent="0" marL="0">
              <a:buNone/>
              <a:defRPr lang="en-US" sz="1600" b="1" dirty="0">
                <a:solidFill>
                  <a:srgbClr val="3C7D4D"/>
                </a:solidFill>
                <a:latin typeface="Arial" pitchFamily="34" charset="0"/>
                <a:ea typeface="Arial" pitchFamily="34" charset="-122"/>
                <a:cs typeface="Arial" pitchFamily="34" charset="-120"/>
              </a:defRPr>
            </a:lvl1pPr>
          </a:lstStyle>
          <a:p>
            <a:pPr algn="l" indent="0" marL="0">
              <a:buNone/>
            </a:pPr>
            <a:r>
              <a:rPr lang="en-US" sz="1600" b="1" dirty="0">
                <a:solidFill>
                  <a:srgbClr val="3C7D4D"/>
                </a:solidFill>
                <a:latin typeface="Arial" pitchFamily="34" charset="0"/>
                <a:ea typeface="Arial" pitchFamily="34" charset="-122"/>
                <a:cs typeface="Arial" pitchFamily="34" charset="-120"/>
              </a:rPr>
              <a:t>The one thing this slide proves.</a:t>
            </a:r>
            <a:endParaRPr lang="en-US" sz="1600" dirty="0"/>
          </a:p>
        </p:txBody>
      </p:sp>
      <p:sp>
        <p:nvSpPr>
          <p:cNvPr id="5" name="Shape 0"/>
          <p:cNvSpPr/>
          <p:nvPr/>
        </p:nvSpPr>
        <p:spPr>
          <a:xfrm>
            <a:off x="731520" y="2121408"/>
            <a:ext cx="3392424" cy="3584448"/>
          </a:xfrm>
          <a:prstGeom prst="rect">
            <a:avLst/>
          </a:prstGeom>
          <a:solidFill>
            <a:srgbClr val="F2F5F2"/>
          </a:solidFill>
          <a:ln/>
        </p:spPr>
      </p:sp>
      <p:sp>
        <p:nvSpPr>
          <p:cNvPr id="6" name="Text 1"/>
          <p:cNvSpPr txBox="1"/>
          <p:nvPr/>
        </p:nvSpPr>
        <p:spPr>
          <a:xfrm>
            <a:off x="1097280" y="2432304"/>
            <a:ext cx="1097280" cy="438912"/>
          </a:xfrm>
          <a:prstGeom prst="rect">
            <a:avLst/>
          </a:prstGeom>
          <a:noFill/>
          <a:ln/>
        </p:spPr>
        <p:txBody>
          <a:bodyPr wrap="square" lIns="0" tIns="0" rIns="0" bIns="0" rtlCol="0" anchor="ctr"/>
          <a:lstStyle/>
          <a:p>
            <a:pPr algn="l" indent="0" marL="0">
              <a:buNone/>
            </a:pPr>
            <a:r>
              <a:rPr lang="en-US" sz="2400" b="1" dirty="0">
                <a:solidFill>
                  <a:srgbClr val="3C7D4D"/>
                </a:solidFill>
                <a:latin typeface="Arial" pitchFamily="34" charset="0"/>
                <a:ea typeface="Arial" pitchFamily="34" charset="-122"/>
                <a:cs typeface="Arial" pitchFamily="34" charset="-120"/>
              </a:rPr>
              <a:t>01</a:t>
            </a:r>
            <a:endParaRPr lang="en-US" sz="2400" dirty="0"/>
          </a:p>
        </p:txBody>
      </p:sp>
      <p:sp>
        <p:nvSpPr>
          <p:cNvPr id="7" name="Shape 2"/>
          <p:cNvSpPr/>
          <p:nvPr/>
        </p:nvSpPr>
        <p:spPr>
          <a:xfrm>
            <a:off x="1097280" y="3017520"/>
            <a:ext cx="548640" cy="41148"/>
          </a:xfrm>
          <a:prstGeom prst="rect">
            <a:avLst/>
          </a:prstGeom>
          <a:solidFill>
            <a:srgbClr val="F2A900"/>
          </a:solidFill>
          <a:ln/>
        </p:spPr>
      </p:sp>
      <p:sp>
        <p:nvSpPr>
          <p:cNvPr id="8" name="Text 3"/>
          <p:cNvSpPr txBox="1"/>
          <p:nvPr>
            <p:ph idx="106" type="body" hasCustomPrompt="1"/>
          </p:nvPr>
        </p:nvSpPr>
        <p:spPr>
          <a:xfrm>
            <a:off x="1097280" y="3255264"/>
            <a:ext cx="2660904" cy="640080"/>
          </a:xfrm>
          <a:prstGeom prst="rect">
            <a:avLst/>
          </a:prstGeom>
          <a:noFill/>
          <a:ln/>
        </p:spPr>
        <p:txBody>
          <a:bodyPr wrap="square" rtlCol="0"/>
          <a:lstStyle>
            <a:lvl1pPr algn="l" indent="0" marL="0">
              <a:buNone/>
              <a:defRPr lang="en-US" sz="1800" b="1" spc="-30" kern="0" dirty="0">
                <a:solidFill>
                  <a:srgbClr val="15181A"/>
                </a:solidFill>
                <a:latin typeface="Arial" pitchFamily="34" charset="0"/>
                <a:ea typeface="Arial" pitchFamily="34" charset="-122"/>
                <a:cs typeface="Arial" pitchFamily="34" charset="-120"/>
              </a:defRPr>
            </a:lvl1pPr>
          </a:lstStyle>
          <a:p>
            <a:pPr algn="l" indent="0" marL="0">
              <a:buNone/>
            </a:pPr>
            <a:r>
              <a:rPr lang="en-US" sz="1800" b="1" spc="-30" kern="0" dirty="0">
                <a:solidFill>
                  <a:srgbClr val="15181A"/>
                </a:solidFill>
                <a:latin typeface="Arial" pitchFamily="34" charset="0"/>
                <a:ea typeface="Arial" pitchFamily="34" charset="-122"/>
                <a:cs typeface="Arial" pitchFamily="34" charset="-120"/>
              </a:rPr>
              <a:t>Card heading</a:t>
            </a:r>
            <a:endParaRPr lang="en-US" sz="1800" dirty="0"/>
          </a:p>
        </p:txBody>
      </p:sp>
      <p:sp>
        <p:nvSpPr>
          <p:cNvPr id="9" name="Text 3"/>
          <p:cNvSpPr txBox="1"/>
          <p:nvPr>
            <p:ph idx="107" type="body" hasCustomPrompt="1"/>
          </p:nvPr>
        </p:nvSpPr>
        <p:spPr>
          <a:xfrm>
            <a:off x="1097280" y="3986784"/>
            <a:ext cx="2660904" cy="1463040"/>
          </a:xfrm>
          <a:prstGeom prst="rect">
            <a:avLst/>
          </a:prstGeom>
          <a:noFill/>
          <a:ln/>
        </p:spPr>
        <p:txBody>
          <a:bodyPr wrap="square" rtlCol="0"/>
          <a:lstStyle>
            <a:lvl1pPr algn="l" indent="0" marL="0">
              <a:buNone/>
              <a:defRPr lang="en-US" sz="1350" dirty="0">
                <a:solidFill>
                  <a:srgbClr val="5B6670"/>
                </a:solidFill>
                <a:latin typeface="Arial" pitchFamily="34" charset="0"/>
                <a:ea typeface="Arial" pitchFamily="34" charset="-122"/>
                <a:cs typeface="Arial" pitchFamily="34" charset="-120"/>
              </a:defRPr>
            </a:lvl1pPr>
          </a:lstStyle>
          <a:p>
            <a:pPr algn="l" indent="0" marL="0">
              <a:buNone/>
            </a:pPr>
            <a:r>
              <a:rPr lang="en-US" sz="1350" dirty="0">
                <a:solidFill>
                  <a:srgbClr val="5B6670"/>
                </a:solidFill>
                <a:latin typeface="Arial" pitchFamily="34" charset="0"/>
                <a:ea typeface="Arial" pitchFamily="34" charset="-122"/>
                <a:cs typeface="Arial" pitchFamily="34" charset="-120"/>
              </a:rPr>
              <a:t>Two or three lines on what this is and why it matters.</a:t>
            </a:r>
            <a:endParaRPr lang="en-US" sz="1350" dirty="0"/>
          </a:p>
        </p:txBody>
      </p:sp>
      <p:sp>
        <p:nvSpPr>
          <p:cNvPr id="10" name="Shape 3"/>
          <p:cNvSpPr/>
          <p:nvPr/>
        </p:nvSpPr>
        <p:spPr>
          <a:xfrm>
            <a:off x="4407408" y="2121408"/>
            <a:ext cx="3392424" cy="3584448"/>
          </a:xfrm>
          <a:prstGeom prst="rect">
            <a:avLst/>
          </a:prstGeom>
          <a:solidFill>
            <a:srgbClr val="F2F5F2"/>
          </a:solidFill>
          <a:ln/>
        </p:spPr>
      </p:sp>
      <p:sp>
        <p:nvSpPr>
          <p:cNvPr id="11" name="Text 4"/>
          <p:cNvSpPr txBox="1"/>
          <p:nvPr/>
        </p:nvSpPr>
        <p:spPr>
          <a:xfrm>
            <a:off x="4773168" y="2432304"/>
            <a:ext cx="1097280" cy="438912"/>
          </a:xfrm>
          <a:prstGeom prst="rect">
            <a:avLst/>
          </a:prstGeom>
          <a:noFill/>
          <a:ln/>
        </p:spPr>
        <p:txBody>
          <a:bodyPr wrap="square" lIns="0" tIns="0" rIns="0" bIns="0" rtlCol="0" anchor="ctr"/>
          <a:lstStyle/>
          <a:p>
            <a:pPr algn="l" indent="0" marL="0">
              <a:buNone/>
            </a:pPr>
            <a:r>
              <a:rPr lang="en-US" sz="2400" b="1" dirty="0">
                <a:solidFill>
                  <a:srgbClr val="3C7D4D"/>
                </a:solidFill>
                <a:latin typeface="Arial" pitchFamily="34" charset="0"/>
                <a:ea typeface="Arial" pitchFamily="34" charset="-122"/>
                <a:cs typeface="Arial" pitchFamily="34" charset="-120"/>
              </a:rPr>
              <a:t>02</a:t>
            </a:r>
            <a:endParaRPr lang="en-US" sz="2400" dirty="0"/>
          </a:p>
        </p:txBody>
      </p:sp>
      <p:sp>
        <p:nvSpPr>
          <p:cNvPr id="12" name="Shape 5"/>
          <p:cNvSpPr/>
          <p:nvPr/>
        </p:nvSpPr>
        <p:spPr>
          <a:xfrm>
            <a:off x="4773168" y="3017520"/>
            <a:ext cx="548640" cy="41148"/>
          </a:xfrm>
          <a:prstGeom prst="rect">
            <a:avLst/>
          </a:prstGeom>
          <a:solidFill>
            <a:srgbClr val="F2A900"/>
          </a:solidFill>
          <a:ln/>
        </p:spPr>
      </p:sp>
      <p:sp>
        <p:nvSpPr>
          <p:cNvPr id="13" name="Text 6"/>
          <p:cNvSpPr txBox="1"/>
          <p:nvPr>
            <p:ph idx="111" type="body" hasCustomPrompt="1"/>
          </p:nvPr>
        </p:nvSpPr>
        <p:spPr>
          <a:xfrm>
            <a:off x="4773168" y="3255264"/>
            <a:ext cx="2660904" cy="640080"/>
          </a:xfrm>
          <a:prstGeom prst="rect">
            <a:avLst/>
          </a:prstGeom>
          <a:noFill/>
          <a:ln/>
        </p:spPr>
        <p:txBody>
          <a:bodyPr wrap="square" rtlCol="0"/>
          <a:lstStyle>
            <a:lvl1pPr algn="l" indent="0" marL="0">
              <a:buNone/>
              <a:defRPr lang="en-US" sz="1800" b="1" spc="-30" kern="0" dirty="0">
                <a:solidFill>
                  <a:srgbClr val="15181A"/>
                </a:solidFill>
                <a:latin typeface="Arial" pitchFamily="34" charset="0"/>
                <a:ea typeface="Arial" pitchFamily="34" charset="-122"/>
                <a:cs typeface="Arial" pitchFamily="34" charset="-120"/>
              </a:defRPr>
            </a:lvl1pPr>
          </a:lstStyle>
          <a:p>
            <a:pPr algn="l" indent="0" marL="0">
              <a:buNone/>
            </a:pPr>
            <a:r>
              <a:rPr lang="en-US" sz="1800" b="1" spc="-30" kern="0" dirty="0">
                <a:solidFill>
                  <a:srgbClr val="15181A"/>
                </a:solidFill>
                <a:latin typeface="Arial" pitchFamily="34" charset="0"/>
                <a:ea typeface="Arial" pitchFamily="34" charset="-122"/>
                <a:cs typeface="Arial" pitchFamily="34" charset="-120"/>
              </a:rPr>
              <a:t>Card heading</a:t>
            </a:r>
            <a:endParaRPr lang="en-US" sz="1800" dirty="0"/>
          </a:p>
        </p:txBody>
      </p:sp>
      <p:sp>
        <p:nvSpPr>
          <p:cNvPr id="14" name="Text 6"/>
          <p:cNvSpPr txBox="1"/>
          <p:nvPr>
            <p:ph idx="112" type="body" hasCustomPrompt="1"/>
          </p:nvPr>
        </p:nvSpPr>
        <p:spPr>
          <a:xfrm>
            <a:off x="4773168" y="3986784"/>
            <a:ext cx="2660904" cy="1463040"/>
          </a:xfrm>
          <a:prstGeom prst="rect">
            <a:avLst/>
          </a:prstGeom>
          <a:noFill/>
          <a:ln/>
        </p:spPr>
        <p:txBody>
          <a:bodyPr wrap="square" rtlCol="0"/>
          <a:lstStyle>
            <a:lvl1pPr algn="l" indent="0" marL="0">
              <a:buNone/>
              <a:defRPr lang="en-US" sz="1350" dirty="0">
                <a:solidFill>
                  <a:srgbClr val="5B6670"/>
                </a:solidFill>
                <a:latin typeface="Arial" pitchFamily="34" charset="0"/>
                <a:ea typeface="Arial" pitchFamily="34" charset="-122"/>
                <a:cs typeface="Arial" pitchFamily="34" charset="-120"/>
              </a:defRPr>
            </a:lvl1pPr>
          </a:lstStyle>
          <a:p>
            <a:pPr algn="l" indent="0" marL="0">
              <a:buNone/>
            </a:pPr>
            <a:r>
              <a:rPr lang="en-US" sz="1350" dirty="0">
                <a:solidFill>
                  <a:srgbClr val="5B6670"/>
                </a:solidFill>
                <a:latin typeface="Arial" pitchFamily="34" charset="0"/>
                <a:ea typeface="Arial" pitchFamily="34" charset="-122"/>
                <a:cs typeface="Arial" pitchFamily="34" charset="-120"/>
              </a:rPr>
              <a:t>Two or three lines on what this is and why it matters.</a:t>
            </a:r>
            <a:endParaRPr lang="en-US" sz="1350" dirty="0"/>
          </a:p>
        </p:txBody>
      </p:sp>
      <p:sp>
        <p:nvSpPr>
          <p:cNvPr id="15" name="Shape 6"/>
          <p:cNvSpPr/>
          <p:nvPr/>
        </p:nvSpPr>
        <p:spPr>
          <a:xfrm>
            <a:off x="8083296" y="2121408"/>
            <a:ext cx="3392424" cy="3584448"/>
          </a:xfrm>
          <a:prstGeom prst="rect">
            <a:avLst/>
          </a:prstGeom>
          <a:solidFill>
            <a:srgbClr val="F2F5F2"/>
          </a:solidFill>
          <a:ln/>
        </p:spPr>
      </p:sp>
      <p:sp>
        <p:nvSpPr>
          <p:cNvPr id="16" name="Text 7"/>
          <p:cNvSpPr txBox="1"/>
          <p:nvPr/>
        </p:nvSpPr>
        <p:spPr>
          <a:xfrm>
            <a:off x="8449056" y="2432304"/>
            <a:ext cx="1097280" cy="438912"/>
          </a:xfrm>
          <a:prstGeom prst="rect">
            <a:avLst/>
          </a:prstGeom>
          <a:noFill/>
          <a:ln/>
        </p:spPr>
        <p:txBody>
          <a:bodyPr wrap="square" lIns="0" tIns="0" rIns="0" bIns="0" rtlCol="0" anchor="ctr"/>
          <a:lstStyle/>
          <a:p>
            <a:pPr algn="l" indent="0" marL="0">
              <a:buNone/>
            </a:pPr>
            <a:r>
              <a:rPr lang="en-US" sz="2400" b="1" dirty="0">
                <a:solidFill>
                  <a:srgbClr val="3C7D4D"/>
                </a:solidFill>
                <a:latin typeface="Arial" pitchFamily="34" charset="0"/>
                <a:ea typeface="Arial" pitchFamily="34" charset="-122"/>
                <a:cs typeface="Arial" pitchFamily="34" charset="-120"/>
              </a:rPr>
              <a:t>03</a:t>
            </a:r>
            <a:endParaRPr lang="en-US" sz="2400" dirty="0"/>
          </a:p>
        </p:txBody>
      </p:sp>
      <p:sp>
        <p:nvSpPr>
          <p:cNvPr id="17" name="Shape 8"/>
          <p:cNvSpPr/>
          <p:nvPr/>
        </p:nvSpPr>
        <p:spPr>
          <a:xfrm>
            <a:off x="8449056" y="3017520"/>
            <a:ext cx="548640" cy="41148"/>
          </a:xfrm>
          <a:prstGeom prst="rect">
            <a:avLst/>
          </a:prstGeom>
          <a:solidFill>
            <a:srgbClr val="F2A900"/>
          </a:solidFill>
          <a:ln/>
        </p:spPr>
      </p:sp>
      <p:sp>
        <p:nvSpPr>
          <p:cNvPr id="18" name="Text 9"/>
          <p:cNvSpPr txBox="1"/>
          <p:nvPr>
            <p:ph idx="116" type="body" hasCustomPrompt="1"/>
          </p:nvPr>
        </p:nvSpPr>
        <p:spPr>
          <a:xfrm>
            <a:off x="8449056" y="3255264"/>
            <a:ext cx="2660904" cy="640080"/>
          </a:xfrm>
          <a:prstGeom prst="rect">
            <a:avLst/>
          </a:prstGeom>
          <a:noFill/>
          <a:ln/>
        </p:spPr>
        <p:txBody>
          <a:bodyPr wrap="square" rtlCol="0"/>
          <a:lstStyle>
            <a:lvl1pPr algn="l" indent="0" marL="0">
              <a:buNone/>
              <a:defRPr lang="en-US" sz="1800" b="1" spc="-30" kern="0" dirty="0">
                <a:solidFill>
                  <a:srgbClr val="15181A"/>
                </a:solidFill>
                <a:latin typeface="Arial" pitchFamily="34" charset="0"/>
                <a:ea typeface="Arial" pitchFamily="34" charset="-122"/>
                <a:cs typeface="Arial" pitchFamily="34" charset="-120"/>
              </a:defRPr>
            </a:lvl1pPr>
          </a:lstStyle>
          <a:p>
            <a:pPr algn="l" indent="0" marL="0">
              <a:buNone/>
            </a:pPr>
            <a:r>
              <a:rPr lang="en-US" sz="1800" b="1" spc="-30" kern="0" dirty="0">
                <a:solidFill>
                  <a:srgbClr val="15181A"/>
                </a:solidFill>
                <a:latin typeface="Arial" pitchFamily="34" charset="0"/>
                <a:ea typeface="Arial" pitchFamily="34" charset="-122"/>
                <a:cs typeface="Arial" pitchFamily="34" charset="-120"/>
              </a:rPr>
              <a:t>Card heading</a:t>
            </a:r>
            <a:endParaRPr lang="en-US" sz="1800" dirty="0"/>
          </a:p>
        </p:txBody>
      </p:sp>
      <p:sp>
        <p:nvSpPr>
          <p:cNvPr id="19" name="Text 9"/>
          <p:cNvSpPr txBox="1"/>
          <p:nvPr>
            <p:ph idx="117" type="body" hasCustomPrompt="1"/>
          </p:nvPr>
        </p:nvSpPr>
        <p:spPr>
          <a:xfrm>
            <a:off x="8449056" y="3986784"/>
            <a:ext cx="2660904" cy="1463040"/>
          </a:xfrm>
          <a:prstGeom prst="rect">
            <a:avLst/>
          </a:prstGeom>
          <a:noFill/>
          <a:ln/>
        </p:spPr>
        <p:txBody>
          <a:bodyPr wrap="square" rtlCol="0"/>
          <a:lstStyle>
            <a:lvl1pPr algn="l" indent="0" marL="0">
              <a:buNone/>
              <a:defRPr lang="en-US" sz="1350" dirty="0">
                <a:solidFill>
                  <a:srgbClr val="5B6670"/>
                </a:solidFill>
                <a:latin typeface="Arial" pitchFamily="34" charset="0"/>
                <a:ea typeface="Arial" pitchFamily="34" charset="-122"/>
                <a:cs typeface="Arial" pitchFamily="34" charset="-120"/>
              </a:defRPr>
            </a:lvl1pPr>
          </a:lstStyle>
          <a:p>
            <a:pPr algn="l" indent="0" marL="0">
              <a:buNone/>
            </a:pPr>
            <a:r>
              <a:rPr lang="en-US" sz="1350" dirty="0">
                <a:solidFill>
                  <a:srgbClr val="5B6670"/>
                </a:solidFill>
                <a:latin typeface="Arial" pitchFamily="34" charset="0"/>
                <a:ea typeface="Arial" pitchFamily="34" charset="-122"/>
                <a:cs typeface="Arial" pitchFamily="34" charset="-120"/>
              </a:rPr>
              <a:t>Two or three lines on what this is and why it matters.</a:t>
            </a:r>
            <a:endParaRPr lang="en-US" sz="1350" dirty="0"/>
          </a:p>
        </p:txBody>
      </p:sp>
      <p:sp>
        <p:nvSpPr>
          <p:cNvPr id="20" name="Text 9"/>
          <p:cNvSpPr txBox="1"/>
          <p:nvPr>
            <p:ph idx="118" type="body" hasCustomPrompt="1"/>
          </p:nvPr>
        </p:nvSpPr>
        <p:spPr>
          <a:xfrm>
            <a:off x="731520" y="6364224"/>
            <a:ext cx="7863840" cy="237744"/>
          </a:xfrm>
          <a:prstGeom prst="rect">
            <a:avLst/>
          </a:prstGeom>
          <a:noFill/>
          <a:ln/>
        </p:spPr>
        <p:txBody>
          <a:bodyPr wrap="square" rtlCol="0"/>
          <a:lstStyle>
            <a:lvl1pPr algn="l" indent="0" marL="0">
              <a:buNone/>
              <a:defRPr lang="en-US" sz="900" dirty="0">
                <a:solidFill>
                  <a:srgbClr val="5B6670"/>
                </a:solidFill>
                <a:latin typeface="Arial" pitchFamily="34" charset="0"/>
                <a:ea typeface="Arial" pitchFamily="34" charset="-122"/>
                <a:cs typeface="Arial" pitchFamily="34" charset="-120"/>
              </a:defRPr>
            </a:lvl1pPr>
          </a:lstStyle>
          <a:p>
            <a:pPr algn="l" indent="0" marL="0">
              <a:buNone/>
            </a:pPr>
            <a:r>
              <a:rPr lang="en-US" sz="900" dirty="0">
                <a:solidFill>
                  <a:srgbClr val="5B6670"/>
                </a:solidFill>
                <a:latin typeface="Arial" pitchFamily="34" charset="0"/>
                <a:ea typeface="Arial" pitchFamily="34" charset="-122"/>
                <a:cs typeface="Arial" pitchFamily="34" charset="-120"/>
              </a:rPr>
              <a:t>Source: </a:t>
            </a:r>
            <a:endParaRPr lang="en-US" sz="900" dirty="0"/>
          </a:p>
        </p:txBody>
      </p:sp>
      <p:pic>
        <p:nvPicPr>
          <p:cNvPr id="21" name="Image 0" descr="brand/logo_h.png">    </p:cNvPr>
          <p:cNvPicPr>
            <a:picLocks noChangeAspect="1"/>
          </p:cNvPicPr>
          <p:nvPr/>
        </p:nvPicPr>
        <p:blipFill>
          <a:blip r:embed="rId1"/>
          <a:stretch>
            <a:fillRect/>
          </a:stretch>
        </p:blipFill>
        <p:spPr>
          <a:xfrm>
            <a:off x="10625328" y="6272784"/>
            <a:ext cx="1325880" cy="447932"/>
          </a:xfrm>
          <a:prstGeom prst="rect">
            <a:avLst/>
          </a:prstGeom>
        </p:spPr>
      </p:pic>
      <p:sp>
        <p:nvSpPr>
          <p:cNvPr id="25" name="Slide Number Placeholder 0"/>
          <p:cNvSpPr>
            <a:spLocks noGrp="1"/>
          </p:cNvSpPr>
          <p:nvPr>
            <p:ph type="sldNum" sz="quarter" idx="4294967295"/>
          </p:nvPr>
        </p:nvSpPr>
        <p:spPr>
          <a:xfrm>
            <a:off x="9555480" y="6364224"/>
            <a:ext cx="82296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670"/>
                </a:solidFill>
                <a:latin typeface="Arial"/>
                <a:ea typeface="Arial"/>
                <a:cs typeface="Arial"/>
              </a:defRPr>
            </a:lvl1pPr>
          </a:lstStyle>
          <a:p>
            <a:pPr algn="r"/>
            <a:fld id="{F7021451-1387-4CA6-816F-3879F97B5CBC}" type="slidenum">
              <a:rPr b="0" lang="en-US"/>
              <a:t>1007</a:t>
            </a:fld>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preserve="1">
  <p:cSld name="BIG_NUMBERS">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2" name="Text 0"/>
          <p:cNvSpPr txBox="1"/>
          <p:nvPr>
            <p:ph idx="100" type="body" hasCustomPrompt="1"/>
          </p:nvPr>
        </p:nvSpPr>
        <p:spPr>
          <a:xfrm>
            <a:off x="731520" y="548640"/>
            <a:ext cx="10728655" cy="237744"/>
          </a:xfrm>
          <a:prstGeom prst="rect">
            <a:avLst/>
          </a:prstGeom>
          <a:noFill/>
          <a:ln/>
        </p:spPr>
        <p:txBody>
          <a:bodyPr wrap="square" rtlCol="0"/>
          <a:lstStyle>
            <a:lvl1pPr algn="l" indent="0" marL="0">
              <a:buNone/>
              <a:defRPr lang="en-US" sz="1100" b="1" spc="300" kern="0" dirty="0">
                <a:solidFill>
                  <a:srgbClr val="3C7D4D"/>
                </a:solidFill>
                <a:latin typeface="Arial" pitchFamily="34" charset="0"/>
                <a:ea typeface="Arial" pitchFamily="34" charset="-122"/>
                <a:cs typeface="Arial" pitchFamily="34" charset="-120"/>
              </a:defRPr>
            </a:lvl1pPr>
          </a:lstStyle>
          <a:p>
            <a:pPr algn="l" indent="0" marL="0">
              <a:buNone/>
            </a:pPr>
            <a:r>
              <a:rPr lang="en-US" sz="1100" b="1" spc="300" kern="0" dirty="0">
                <a:solidFill>
                  <a:srgbClr val="3C7D4D"/>
                </a:solidFill>
                <a:latin typeface="Arial" pitchFamily="34" charset="0"/>
                <a:ea typeface="Arial" pitchFamily="34" charset="-122"/>
                <a:cs typeface="Arial" pitchFamily="34" charset="-120"/>
              </a:rPr>
              <a:t>CATEGORY</a:t>
            </a:r>
            <a:endParaRPr lang="en-US" sz="1100" dirty="0"/>
          </a:p>
        </p:txBody>
      </p:sp>
      <p:sp>
        <p:nvSpPr>
          <p:cNvPr id="3" name="Text 0"/>
          <p:cNvSpPr txBox="1"/>
          <p:nvPr>
            <p:ph idx="101" type="title" hasCustomPrompt="1"/>
          </p:nvPr>
        </p:nvSpPr>
        <p:spPr>
          <a:xfrm>
            <a:off x="731520" y="822960"/>
            <a:ext cx="10058400" cy="713232"/>
          </a:xfrm>
          <a:prstGeom prst="rect">
            <a:avLst/>
          </a:prstGeom>
          <a:noFill/>
          <a:ln/>
        </p:spPr>
        <p:txBody>
          <a:bodyPr wrap="square" rtlCol="0"/>
          <a:lstStyle>
            <a:lvl1pPr algn="l" indent="0" marL="0">
              <a:buNone/>
              <a:defRPr lang="en-US" sz="3400" b="1" spc="-60" kern="0" dirty="0">
                <a:solidFill>
                  <a:srgbClr val="15181A"/>
                </a:solidFill>
                <a:latin typeface="Arial" pitchFamily="34" charset="0"/>
                <a:ea typeface="Arial" pitchFamily="34" charset="-122"/>
                <a:cs typeface="Arial" pitchFamily="34" charset="-120"/>
              </a:defRPr>
            </a:lvl1pPr>
          </a:lstStyle>
          <a:p>
            <a:pPr algn="l" indent="0" marL="0">
              <a:buNone/>
            </a:pPr>
            <a:r>
              <a:rPr lang="en-US" sz="3400" b="1" spc="-60" kern="0" dirty="0">
                <a:solidFill>
                  <a:srgbClr val="15181A"/>
                </a:solidFill>
                <a:latin typeface="Arial" pitchFamily="34" charset="0"/>
                <a:ea typeface="Arial" pitchFamily="34" charset="-122"/>
                <a:cs typeface="Arial" pitchFamily="34" charset="-120"/>
              </a:rPr>
              <a:t>Slide title</a:t>
            </a:r>
            <a:endParaRPr lang="en-US" sz="3400" dirty="0"/>
          </a:p>
        </p:txBody>
      </p:sp>
      <p:sp>
        <p:nvSpPr>
          <p:cNvPr id="4" name="Text 0"/>
          <p:cNvSpPr txBox="1"/>
          <p:nvPr>
            <p:ph idx="102" type="body" hasCustomPrompt="1"/>
          </p:nvPr>
        </p:nvSpPr>
        <p:spPr>
          <a:xfrm>
            <a:off x="731520" y="1591056"/>
            <a:ext cx="10728655" cy="420624"/>
          </a:xfrm>
          <a:prstGeom prst="rect">
            <a:avLst/>
          </a:prstGeom>
          <a:noFill/>
          <a:ln/>
        </p:spPr>
        <p:txBody>
          <a:bodyPr wrap="square" rtlCol="0"/>
          <a:lstStyle>
            <a:lvl1pPr algn="l" indent="0" marL="0">
              <a:buNone/>
              <a:defRPr lang="en-US" sz="1600" b="1" dirty="0">
                <a:solidFill>
                  <a:srgbClr val="3C7D4D"/>
                </a:solidFill>
                <a:latin typeface="Arial" pitchFamily="34" charset="0"/>
                <a:ea typeface="Arial" pitchFamily="34" charset="-122"/>
                <a:cs typeface="Arial" pitchFamily="34" charset="-120"/>
              </a:defRPr>
            </a:lvl1pPr>
          </a:lstStyle>
          <a:p>
            <a:pPr algn="l" indent="0" marL="0">
              <a:buNone/>
            </a:pPr>
            <a:r>
              <a:rPr lang="en-US" sz="1600" b="1" dirty="0">
                <a:solidFill>
                  <a:srgbClr val="3C7D4D"/>
                </a:solidFill>
                <a:latin typeface="Arial" pitchFamily="34" charset="0"/>
                <a:ea typeface="Arial" pitchFamily="34" charset="-122"/>
                <a:cs typeface="Arial" pitchFamily="34" charset="-120"/>
              </a:rPr>
              <a:t>The one thing this slide proves.</a:t>
            </a:r>
            <a:endParaRPr lang="en-US" sz="1600" dirty="0"/>
          </a:p>
        </p:txBody>
      </p:sp>
      <p:sp>
        <p:nvSpPr>
          <p:cNvPr id="5" name="Shape 0"/>
          <p:cNvSpPr/>
          <p:nvPr/>
        </p:nvSpPr>
        <p:spPr>
          <a:xfrm>
            <a:off x="731520" y="2121408"/>
            <a:ext cx="3392424" cy="0"/>
          </a:xfrm>
          <a:prstGeom prst="line">
            <a:avLst/>
          </a:prstGeom>
          <a:noFill/>
          <a:ln w="31750">
            <a:solidFill>
              <a:srgbClr val="3C7D4D"/>
            </a:solidFill>
            <a:prstDash val="solid"/>
          </a:ln>
        </p:spPr>
      </p:sp>
      <p:sp>
        <p:nvSpPr>
          <p:cNvPr id="6" name="Text 1"/>
          <p:cNvSpPr txBox="1"/>
          <p:nvPr>
            <p:ph idx="104" type="body" hasCustomPrompt="1"/>
          </p:nvPr>
        </p:nvSpPr>
        <p:spPr>
          <a:xfrm>
            <a:off x="731520" y="2359152"/>
            <a:ext cx="3392424" cy="1051560"/>
          </a:xfrm>
          <a:prstGeom prst="rect">
            <a:avLst/>
          </a:prstGeom>
          <a:noFill/>
          <a:ln/>
        </p:spPr>
        <p:txBody>
          <a:bodyPr wrap="square" rtlCol="0"/>
          <a:lstStyle>
            <a:lvl1pPr algn="l" indent="0" marL="0">
              <a:buNone/>
              <a:defRPr lang="en-US" sz="4800" b="1" spc="-150" kern="0" dirty="0">
                <a:solidFill>
                  <a:srgbClr val="3C7D4D"/>
                </a:solidFill>
                <a:latin typeface="Arial" pitchFamily="34" charset="0"/>
                <a:ea typeface="Arial" pitchFamily="34" charset="-122"/>
                <a:cs typeface="Arial" pitchFamily="34" charset="-120"/>
              </a:defRPr>
            </a:lvl1pPr>
          </a:lstStyle>
          <a:p>
            <a:pPr algn="l" indent="0" marL="0">
              <a:buNone/>
            </a:pPr>
            <a:r>
              <a:rPr lang="en-US" sz="4800" b="1" spc="-150" kern="0" dirty="0">
                <a:solidFill>
                  <a:srgbClr val="3C7D4D"/>
                </a:solidFill>
                <a:latin typeface="Arial" pitchFamily="34" charset="0"/>
                <a:ea typeface="Arial" pitchFamily="34" charset="-122"/>
                <a:cs typeface="Arial" pitchFamily="34" charset="-120"/>
              </a:rPr>
              <a:t>00%</a:t>
            </a:r>
            <a:endParaRPr lang="en-US" sz="4800" dirty="0"/>
          </a:p>
        </p:txBody>
      </p:sp>
      <p:sp>
        <p:nvSpPr>
          <p:cNvPr id="7" name="Text 1"/>
          <p:cNvSpPr txBox="1"/>
          <p:nvPr>
            <p:ph idx="105" type="body" hasCustomPrompt="1"/>
          </p:nvPr>
        </p:nvSpPr>
        <p:spPr>
          <a:xfrm>
            <a:off x="731520" y="3493008"/>
            <a:ext cx="3118104" cy="329184"/>
          </a:xfrm>
          <a:prstGeom prst="rect">
            <a:avLst/>
          </a:prstGeom>
          <a:noFill/>
          <a:ln/>
        </p:spPr>
        <p:txBody>
          <a:bodyPr wrap="square" rtlCol="0"/>
          <a:lstStyle>
            <a:lvl1pPr algn="l" indent="0" marL="0">
              <a:buNone/>
              <a:defRPr lang="en-US" sz="1100" b="1" spc="160" kern="0" dirty="0">
                <a:solidFill>
                  <a:srgbClr val="15181A"/>
                </a:solidFill>
                <a:latin typeface="Arial" pitchFamily="34" charset="0"/>
                <a:ea typeface="Arial" pitchFamily="34" charset="-122"/>
                <a:cs typeface="Arial" pitchFamily="34" charset="-120"/>
              </a:defRPr>
            </a:lvl1pPr>
          </a:lstStyle>
          <a:p>
            <a:pPr algn="l" indent="0" marL="0">
              <a:buNone/>
            </a:pPr>
            <a:r>
              <a:rPr lang="en-US" sz="1100" b="1" spc="160" kern="0" dirty="0">
                <a:solidFill>
                  <a:srgbClr val="15181A"/>
                </a:solidFill>
                <a:latin typeface="Arial" pitchFamily="34" charset="0"/>
                <a:ea typeface="Arial" pitchFamily="34" charset="-122"/>
                <a:cs typeface="Arial" pitchFamily="34" charset="-120"/>
              </a:rPr>
              <a:t>WHAT IT MEASURES</a:t>
            </a:r>
            <a:endParaRPr lang="en-US" sz="1100" dirty="0"/>
          </a:p>
        </p:txBody>
      </p:sp>
      <p:sp>
        <p:nvSpPr>
          <p:cNvPr id="8" name="Text 1"/>
          <p:cNvSpPr txBox="1"/>
          <p:nvPr>
            <p:ph idx="106" type="body" hasCustomPrompt="1"/>
          </p:nvPr>
        </p:nvSpPr>
        <p:spPr>
          <a:xfrm>
            <a:off x="731520" y="3895344"/>
            <a:ext cx="3118104" cy="914400"/>
          </a:xfrm>
          <a:prstGeom prst="rect">
            <a:avLst/>
          </a:prstGeom>
          <a:noFill/>
          <a:ln/>
        </p:spPr>
        <p:txBody>
          <a:bodyPr wrap="square" rtlCol="0"/>
          <a:lstStyle>
            <a:lvl1pPr algn="l" indent="0" marL="0">
              <a:buNone/>
              <a:defRPr lang="en-US" sz="1300" dirty="0">
                <a:solidFill>
                  <a:srgbClr val="5B6670"/>
                </a:solidFill>
                <a:latin typeface="Arial" pitchFamily="34" charset="0"/>
                <a:ea typeface="Arial" pitchFamily="34" charset="-122"/>
                <a:cs typeface="Arial" pitchFamily="34" charset="-120"/>
              </a:defRPr>
            </a:lvl1pPr>
          </a:lstStyle>
          <a:p>
            <a:pPr algn="l" indent="0" marL="0">
              <a:buNone/>
            </a:pPr>
            <a:r>
              <a:rPr lang="en-US" sz="1300" dirty="0">
                <a:solidFill>
                  <a:srgbClr val="5B6670"/>
                </a:solidFill>
                <a:latin typeface="Arial" pitchFamily="34" charset="0"/>
                <a:ea typeface="Arial" pitchFamily="34" charset="-122"/>
                <a:cs typeface="Arial" pitchFamily="34" charset="-120"/>
              </a:rPr>
              <a:t>One line of context or the comparison.</a:t>
            </a:r>
            <a:endParaRPr lang="en-US" sz="1300" dirty="0"/>
          </a:p>
        </p:txBody>
      </p:sp>
      <p:sp>
        <p:nvSpPr>
          <p:cNvPr id="9" name="Shape 1"/>
          <p:cNvSpPr/>
          <p:nvPr/>
        </p:nvSpPr>
        <p:spPr>
          <a:xfrm>
            <a:off x="4407408" y="2121408"/>
            <a:ext cx="3392424" cy="0"/>
          </a:xfrm>
          <a:prstGeom prst="line">
            <a:avLst/>
          </a:prstGeom>
          <a:noFill/>
          <a:ln w="31750">
            <a:solidFill>
              <a:srgbClr val="3C7D4D"/>
            </a:solidFill>
            <a:prstDash val="solid"/>
          </a:ln>
        </p:spPr>
      </p:sp>
      <p:sp>
        <p:nvSpPr>
          <p:cNvPr id="10" name="Text 2"/>
          <p:cNvSpPr txBox="1"/>
          <p:nvPr>
            <p:ph idx="108" type="body" hasCustomPrompt="1"/>
          </p:nvPr>
        </p:nvSpPr>
        <p:spPr>
          <a:xfrm>
            <a:off x="4407408" y="2359152"/>
            <a:ext cx="3392424" cy="1051560"/>
          </a:xfrm>
          <a:prstGeom prst="rect">
            <a:avLst/>
          </a:prstGeom>
          <a:noFill/>
          <a:ln/>
        </p:spPr>
        <p:txBody>
          <a:bodyPr wrap="square" rtlCol="0"/>
          <a:lstStyle>
            <a:lvl1pPr algn="l" indent="0" marL="0">
              <a:buNone/>
              <a:defRPr lang="en-US" sz="4800" b="1" spc="-150" kern="0" dirty="0">
                <a:solidFill>
                  <a:srgbClr val="3C7D4D"/>
                </a:solidFill>
                <a:latin typeface="Arial" pitchFamily="34" charset="0"/>
                <a:ea typeface="Arial" pitchFamily="34" charset="-122"/>
                <a:cs typeface="Arial" pitchFamily="34" charset="-120"/>
              </a:defRPr>
            </a:lvl1pPr>
          </a:lstStyle>
          <a:p>
            <a:pPr algn="l" indent="0" marL="0">
              <a:buNone/>
            </a:pPr>
            <a:r>
              <a:rPr lang="en-US" sz="4800" b="1" spc="-150" kern="0" dirty="0">
                <a:solidFill>
                  <a:srgbClr val="3C7D4D"/>
                </a:solidFill>
                <a:latin typeface="Arial" pitchFamily="34" charset="0"/>
                <a:ea typeface="Arial" pitchFamily="34" charset="-122"/>
                <a:cs typeface="Arial" pitchFamily="34" charset="-120"/>
              </a:rPr>
              <a:t>00%</a:t>
            </a:r>
            <a:endParaRPr lang="en-US" sz="4800" dirty="0"/>
          </a:p>
        </p:txBody>
      </p:sp>
      <p:sp>
        <p:nvSpPr>
          <p:cNvPr id="11" name="Text 2"/>
          <p:cNvSpPr txBox="1"/>
          <p:nvPr>
            <p:ph idx="109" type="body" hasCustomPrompt="1"/>
          </p:nvPr>
        </p:nvSpPr>
        <p:spPr>
          <a:xfrm>
            <a:off x="4407408" y="3493008"/>
            <a:ext cx="3118104" cy="329184"/>
          </a:xfrm>
          <a:prstGeom prst="rect">
            <a:avLst/>
          </a:prstGeom>
          <a:noFill/>
          <a:ln/>
        </p:spPr>
        <p:txBody>
          <a:bodyPr wrap="square" rtlCol="0"/>
          <a:lstStyle>
            <a:lvl1pPr algn="l" indent="0" marL="0">
              <a:buNone/>
              <a:defRPr lang="en-US" sz="1100" b="1" spc="160" kern="0" dirty="0">
                <a:solidFill>
                  <a:srgbClr val="15181A"/>
                </a:solidFill>
                <a:latin typeface="Arial" pitchFamily="34" charset="0"/>
                <a:ea typeface="Arial" pitchFamily="34" charset="-122"/>
                <a:cs typeface="Arial" pitchFamily="34" charset="-120"/>
              </a:defRPr>
            </a:lvl1pPr>
          </a:lstStyle>
          <a:p>
            <a:pPr algn="l" indent="0" marL="0">
              <a:buNone/>
            </a:pPr>
            <a:r>
              <a:rPr lang="en-US" sz="1100" b="1" spc="160" kern="0" dirty="0">
                <a:solidFill>
                  <a:srgbClr val="15181A"/>
                </a:solidFill>
                <a:latin typeface="Arial" pitchFamily="34" charset="0"/>
                <a:ea typeface="Arial" pitchFamily="34" charset="-122"/>
                <a:cs typeface="Arial" pitchFamily="34" charset="-120"/>
              </a:rPr>
              <a:t>WHAT IT MEASURES</a:t>
            </a:r>
            <a:endParaRPr lang="en-US" sz="1100" dirty="0"/>
          </a:p>
        </p:txBody>
      </p:sp>
      <p:sp>
        <p:nvSpPr>
          <p:cNvPr id="12" name="Text 2"/>
          <p:cNvSpPr txBox="1"/>
          <p:nvPr>
            <p:ph idx="110" type="body" hasCustomPrompt="1"/>
          </p:nvPr>
        </p:nvSpPr>
        <p:spPr>
          <a:xfrm>
            <a:off x="4407408" y="3895344"/>
            <a:ext cx="3118104" cy="914400"/>
          </a:xfrm>
          <a:prstGeom prst="rect">
            <a:avLst/>
          </a:prstGeom>
          <a:noFill/>
          <a:ln/>
        </p:spPr>
        <p:txBody>
          <a:bodyPr wrap="square" rtlCol="0"/>
          <a:lstStyle>
            <a:lvl1pPr algn="l" indent="0" marL="0">
              <a:buNone/>
              <a:defRPr lang="en-US" sz="1300" dirty="0">
                <a:solidFill>
                  <a:srgbClr val="5B6670"/>
                </a:solidFill>
                <a:latin typeface="Arial" pitchFamily="34" charset="0"/>
                <a:ea typeface="Arial" pitchFamily="34" charset="-122"/>
                <a:cs typeface="Arial" pitchFamily="34" charset="-120"/>
              </a:defRPr>
            </a:lvl1pPr>
          </a:lstStyle>
          <a:p>
            <a:pPr algn="l" indent="0" marL="0">
              <a:buNone/>
            </a:pPr>
            <a:r>
              <a:rPr lang="en-US" sz="1300" dirty="0">
                <a:solidFill>
                  <a:srgbClr val="5B6670"/>
                </a:solidFill>
                <a:latin typeface="Arial" pitchFamily="34" charset="0"/>
                <a:ea typeface="Arial" pitchFamily="34" charset="-122"/>
                <a:cs typeface="Arial" pitchFamily="34" charset="-120"/>
              </a:rPr>
              <a:t>One line of context or the comparison.</a:t>
            </a:r>
            <a:endParaRPr lang="en-US" sz="1300" dirty="0"/>
          </a:p>
        </p:txBody>
      </p:sp>
      <p:sp>
        <p:nvSpPr>
          <p:cNvPr id="13" name="Shape 2"/>
          <p:cNvSpPr/>
          <p:nvPr/>
        </p:nvSpPr>
        <p:spPr>
          <a:xfrm>
            <a:off x="8083296" y="2121408"/>
            <a:ext cx="3392424" cy="0"/>
          </a:xfrm>
          <a:prstGeom prst="line">
            <a:avLst/>
          </a:prstGeom>
          <a:noFill/>
          <a:ln w="31750">
            <a:solidFill>
              <a:srgbClr val="3C7D4D"/>
            </a:solidFill>
            <a:prstDash val="solid"/>
          </a:ln>
        </p:spPr>
      </p:sp>
      <p:sp>
        <p:nvSpPr>
          <p:cNvPr id="14" name="Text 3"/>
          <p:cNvSpPr txBox="1"/>
          <p:nvPr>
            <p:ph idx="112" type="body" hasCustomPrompt="1"/>
          </p:nvPr>
        </p:nvSpPr>
        <p:spPr>
          <a:xfrm>
            <a:off x="8083296" y="2359152"/>
            <a:ext cx="3392424" cy="1051560"/>
          </a:xfrm>
          <a:prstGeom prst="rect">
            <a:avLst/>
          </a:prstGeom>
          <a:noFill/>
          <a:ln/>
        </p:spPr>
        <p:txBody>
          <a:bodyPr wrap="square" rtlCol="0"/>
          <a:lstStyle>
            <a:lvl1pPr algn="l" indent="0" marL="0">
              <a:buNone/>
              <a:defRPr lang="en-US" sz="4800" b="1" spc="-150" kern="0" dirty="0">
                <a:solidFill>
                  <a:srgbClr val="3C7D4D"/>
                </a:solidFill>
                <a:latin typeface="Arial" pitchFamily="34" charset="0"/>
                <a:ea typeface="Arial" pitchFamily="34" charset="-122"/>
                <a:cs typeface="Arial" pitchFamily="34" charset="-120"/>
              </a:defRPr>
            </a:lvl1pPr>
          </a:lstStyle>
          <a:p>
            <a:pPr algn="l" indent="0" marL="0">
              <a:buNone/>
            </a:pPr>
            <a:r>
              <a:rPr lang="en-US" sz="4800" b="1" spc="-150" kern="0" dirty="0">
                <a:solidFill>
                  <a:srgbClr val="3C7D4D"/>
                </a:solidFill>
                <a:latin typeface="Arial" pitchFamily="34" charset="0"/>
                <a:ea typeface="Arial" pitchFamily="34" charset="-122"/>
                <a:cs typeface="Arial" pitchFamily="34" charset="-120"/>
              </a:rPr>
              <a:t>00%</a:t>
            </a:r>
            <a:endParaRPr lang="en-US" sz="4800" dirty="0"/>
          </a:p>
        </p:txBody>
      </p:sp>
      <p:sp>
        <p:nvSpPr>
          <p:cNvPr id="15" name="Text 3"/>
          <p:cNvSpPr txBox="1"/>
          <p:nvPr>
            <p:ph idx="113" type="body" hasCustomPrompt="1"/>
          </p:nvPr>
        </p:nvSpPr>
        <p:spPr>
          <a:xfrm>
            <a:off x="8083296" y="3493008"/>
            <a:ext cx="3118104" cy="329184"/>
          </a:xfrm>
          <a:prstGeom prst="rect">
            <a:avLst/>
          </a:prstGeom>
          <a:noFill/>
          <a:ln/>
        </p:spPr>
        <p:txBody>
          <a:bodyPr wrap="square" rtlCol="0"/>
          <a:lstStyle>
            <a:lvl1pPr algn="l" indent="0" marL="0">
              <a:buNone/>
              <a:defRPr lang="en-US" sz="1100" b="1" spc="160" kern="0" dirty="0">
                <a:solidFill>
                  <a:srgbClr val="15181A"/>
                </a:solidFill>
                <a:latin typeface="Arial" pitchFamily="34" charset="0"/>
                <a:ea typeface="Arial" pitchFamily="34" charset="-122"/>
                <a:cs typeface="Arial" pitchFamily="34" charset="-120"/>
              </a:defRPr>
            </a:lvl1pPr>
          </a:lstStyle>
          <a:p>
            <a:pPr algn="l" indent="0" marL="0">
              <a:buNone/>
            </a:pPr>
            <a:r>
              <a:rPr lang="en-US" sz="1100" b="1" spc="160" kern="0" dirty="0">
                <a:solidFill>
                  <a:srgbClr val="15181A"/>
                </a:solidFill>
                <a:latin typeface="Arial" pitchFamily="34" charset="0"/>
                <a:ea typeface="Arial" pitchFamily="34" charset="-122"/>
                <a:cs typeface="Arial" pitchFamily="34" charset="-120"/>
              </a:rPr>
              <a:t>WHAT IT MEASURES</a:t>
            </a:r>
            <a:endParaRPr lang="en-US" sz="1100" dirty="0"/>
          </a:p>
        </p:txBody>
      </p:sp>
      <p:sp>
        <p:nvSpPr>
          <p:cNvPr id="16" name="Text 3"/>
          <p:cNvSpPr txBox="1"/>
          <p:nvPr>
            <p:ph idx="114" type="body" hasCustomPrompt="1"/>
          </p:nvPr>
        </p:nvSpPr>
        <p:spPr>
          <a:xfrm>
            <a:off x="8083296" y="3895344"/>
            <a:ext cx="3118104" cy="914400"/>
          </a:xfrm>
          <a:prstGeom prst="rect">
            <a:avLst/>
          </a:prstGeom>
          <a:noFill/>
          <a:ln/>
        </p:spPr>
        <p:txBody>
          <a:bodyPr wrap="square" rtlCol="0"/>
          <a:lstStyle>
            <a:lvl1pPr algn="l" indent="0" marL="0">
              <a:buNone/>
              <a:defRPr lang="en-US" sz="1300" dirty="0">
                <a:solidFill>
                  <a:srgbClr val="5B6670"/>
                </a:solidFill>
                <a:latin typeface="Arial" pitchFamily="34" charset="0"/>
                <a:ea typeface="Arial" pitchFamily="34" charset="-122"/>
                <a:cs typeface="Arial" pitchFamily="34" charset="-120"/>
              </a:defRPr>
            </a:lvl1pPr>
          </a:lstStyle>
          <a:p>
            <a:pPr algn="l" indent="0" marL="0">
              <a:buNone/>
            </a:pPr>
            <a:r>
              <a:rPr lang="en-US" sz="1300" dirty="0">
                <a:solidFill>
                  <a:srgbClr val="5B6670"/>
                </a:solidFill>
                <a:latin typeface="Arial" pitchFamily="34" charset="0"/>
                <a:ea typeface="Arial" pitchFamily="34" charset="-122"/>
                <a:cs typeface="Arial" pitchFamily="34" charset="-120"/>
              </a:rPr>
              <a:t>One line of context or the comparison.</a:t>
            </a:r>
            <a:endParaRPr lang="en-US" sz="1300" dirty="0"/>
          </a:p>
        </p:txBody>
      </p:sp>
      <p:sp>
        <p:nvSpPr>
          <p:cNvPr id="17" name="Text 3"/>
          <p:cNvSpPr txBox="1"/>
          <p:nvPr>
            <p:ph idx="115" type="body" hasCustomPrompt="1"/>
          </p:nvPr>
        </p:nvSpPr>
        <p:spPr>
          <a:xfrm>
            <a:off x="731520" y="5138928"/>
            <a:ext cx="10728655" cy="868680"/>
          </a:xfrm>
          <a:prstGeom prst="rect">
            <a:avLst/>
          </a:prstGeom>
          <a:noFill/>
          <a:ln/>
        </p:spPr>
        <p:txBody>
          <a:bodyPr wrap="square" rtlCol="0"/>
          <a:lstStyle>
            <a:lvl1pPr algn="l" indent="0" marL="0">
              <a:buNone/>
              <a:defRPr lang="en-US" sz="1500" dirty="0">
                <a:solidFill>
                  <a:srgbClr val="15181A"/>
                </a:solidFill>
                <a:latin typeface="Arial" pitchFamily="34" charset="0"/>
                <a:ea typeface="Arial" pitchFamily="34" charset="-122"/>
                <a:cs typeface="Arial" pitchFamily="34" charset="-120"/>
              </a:defRPr>
            </a:lvl1pPr>
          </a:lstStyle>
          <a:p>
            <a:pPr algn="l" indent="0" marL="0">
              <a:buNone/>
            </a:pPr>
            <a:r>
              <a:rPr lang="en-US" sz="1500" dirty="0">
                <a:solidFill>
                  <a:srgbClr val="15181A"/>
                </a:solidFill>
                <a:latin typeface="Arial" pitchFamily="34" charset="0"/>
                <a:ea typeface="Arial" pitchFamily="34" charset="-122"/>
                <a:cs typeface="Arial" pitchFamily="34" charset="-120"/>
              </a:rPr>
              <a:t>So what, and what we do about it.</a:t>
            </a:r>
            <a:endParaRPr lang="en-US" sz="1500" dirty="0"/>
          </a:p>
        </p:txBody>
      </p:sp>
      <p:sp>
        <p:nvSpPr>
          <p:cNvPr id="18" name="Text 3"/>
          <p:cNvSpPr txBox="1"/>
          <p:nvPr>
            <p:ph idx="116" type="body" hasCustomPrompt="1"/>
          </p:nvPr>
        </p:nvSpPr>
        <p:spPr>
          <a:xfrm>
            <a:off x="731520" y="6364224"/>
            <a:ext cx="7863840" cy="237744"/>
          </a:xfrm>
          <a:prstGeom prst="rect">
            <a:avLst/>
          </a:prstGeom>
          <a:noFill/>
          <a:ln/>
        </p:spPr>
        <p:txBody>
          <a:bodyPr wrap="square" rtlCol="0"/>
          <a:lstStyle>
            <a:lvl1pPr algn="l" indent="0" marL="0">
              <a:buNone/>
              <a:defRPr lang="en-US" sz="900" dirty="0">
                <a:solidFill>
                  <a:srgbClr val="5B6670"/>
                </a:solidFill>
                <a:latin typeface="Arial" pitchFamily="34" charset="0"/>
                <a:ea typeface="Arial" pitchFamily="34" charset="-122"/>
                <a:cs typeface="Arial" pitchFamily="34" charset="-120"/>
              </a:defRPr>
            </a:lvl1pPr>
          </a:lstStyle>
          <a:p>
            <a:pPr algn="l" indent="0" marL="0">
              <a:buNone/>
            </a:pPr>
            <a:r>
              <a:rPr lang="en-US" sz="900" dirty="0">
                <a:solidFill>
                  <a:srgbClr val="5B6670"/>
                </a:solidFill>
                <a:latin typeface="Arial" pitchFamily="34" charset="0"/>
                <a:ea typeface="Arial" pitchFamily="34" charset="-122"/>
                <a:cs typeface="Arial" pitchFamily="34" charset="-120"/>
              </a:rPr>
              <a:t>Source: </a:t>
            </a:r>
            <a:endParaRPr lang="en-US" sz="900" dirty="0"/>
          </a:p>
        </p:txBody>
      </p:sp>
      <p:pic>
        <p:nvPicPr>
          <p:cNvPr id="19" name="Image 0" descr="brand/logo_h.png">    </p:cNvPr>
          <p:cNvPicPr>
            <a:picLocks noChangeAspect="1"/>
          </p:cNvPicPr>
          <p:nvPr/>
        </p:nvPicPr>
        <p:blipFill>
          <a:blip r:embed="rId1"/>
          <a:stretch>
            <a:fillRect/>
          </a:stretch>
        </p:blipFill>
        <p:spPr>
          <a:xfrm>
            <a:off x="10625328" y="6272784"/>
            <a:ext cx="1325880" cy="447932"/>
          </a:xfrm>
          <a:prstGeom prst="rect">
            <a:avLst/>
          </a:prstGeom>
        </p:spPr>
      </p:pic>
      <p:sp>
        <p:nvSpPr>
          <p:cNvPr id="25" name="Slide Number Placeholder 0"/>
          <p:cNvSpPr>
            <a:spLocks noGrp="1"/>
          </p:cNvSpPr>
          <p:nvPr>
            <p:ph type="sldNum" sz="quarter" idx="4294967295"/>
          </p:nvPr>
        </p:nvSpPr>
        <p:spPr>
          <a:xfrm>
            <a:off x="9555480" y="6364224"/>
            <a:ext cx="82296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670"/>
                </a:solidFill>
                <a:latin typeface="Arial"/>
                <a:ea typeface="Arial"/>
                <a:cs typeface="Arial"/>
              </a:defRPr>
            </a:lvl1pPr>
          </a:lstStyle>
          <a:p>
            <a:pPr algn="r"/>
            <a:fld id="{F7021451-1387-4CA6-816F-3879F97B5CBC}" type="slidenum">
              <a:rPr b="0" lang="en-US"/>
              <a:t>1008</a:t>
            </a:fld>
            <a:endParaRPr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preserve="1">
  <p:cSld name="CONTENT_VISUAL">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2" name="Text 0"/>
          <p:cNvSpPr txBox="1"/>
          <p:nvPr>
            <p:ph idx="100" type="body" hasCustomPrompt="1"/>
          </p:nvPr>
        </p:nvSpPr>
        <p:spPr>
          <a:xfrm>
            <a:off x="731520" y="548640"/>
            <a:ext cx="10728655" cy="237744"/>
          </a:xfrm>
          <a:prstGeom prst="rect">
            <a:avLst/>
          </a:prstGeom>
          <a:noFill/>
          <a:ln/>
        </p:spPr>
        <p:txBody>
          <a:bodyPr wrap="square" rtlCol="0"/>
          <a:lstStyle>
            <a:lvl1pPr algn="l" indent="0" marL="0">
              <a:buNone/>
              <a:defRPr lang="en-US" sz="1100" b="1" spc="300" kern="0" dirty="0">
                <a:solidFill>
                  <a:srgbClr val="3C7D4D"/>
                </a:solidFill>
                <a:latin typeface="Arial" pitchFamily="34" charset="0"/>
                <a:ea typeface="Arial" pitchFamily="34" charset="-122"/>
                <a:cs typeface="Arial" pitchFamily="34" charset="-120"/>
              </a:defRPr>
            </a:lvl1pPr>
          </a:lstStyle>
          <a:p>
            <a:pPr algn="l" indent="0" marL="0">
              <a:buNone/>
            </a:pPr>
            <a:r>
              <a:rPr lang="en-US" sz="1100" b="1" spc="300" kern="0" dirty="0">
                <a:solidFill>
                  <a:srgbClr val="3C7D4D"/>
                </a:solidFill>
                <a:latin typeface="Arial" pitchFamily="34" charset="0"/>
                <a:ea typeface="Arial" pitchFamily="34" charset="-122"/>
                <a:cs typeface="Arial" pitchFamily="34" charset="-120"/>
              </a:rPr>
              <a:t>CATEGORY</a:t>
            </a:r>
            <a:endParaRPr lang="en-US" sz="1100" dirty="0"/>
          </a:p>
        </p:txBody>
      </p:sp>
      <p:sp>
        <p:nvSpPr>
          <p:cNvPr id="3" name="Text 0"/>
          <p:cNvSpPr txBox="1"/>
          <p:nvPr>
            <p:ph idx="101" type="title" hasCustomPrompt="1"/>
          </p:nvPr>
        </p:nvSpPr>
        <p:spPr>
          <a:xfrm>
            <a:off x="731520" y="822960"/>
            <a:ext cx="10058400" cy="713232"/>
          </a:xfrm>
          <a:prstGeom prst="rect">
            <a:avLst/>
          </a:prstGeom>
          <a:noFill/>
          <a:ln/>
        </p:spPr>
        <p:txBody>
          <a:bodyPr wrap="square" rtlCol="0"/>
          <a:lstStyle>
            <a:lvl1pPr algn="l" indent="0" marL="0">
              <a:buNone/>
              <a:defRPr lang="en-US" sz="3400" b="1" spc="-60" kern="0" dirty="0">
                <a:solidFill>
                  <a:srgbClr val="15181A"/>
                </a:solidFill>
                <a:latin typeface="Arial" pitchFamily="34" charset="0"/>
                <a:ea typeface="Arial" pitchFamily="34" charset="-122"/>
                <a:cs typeface="Arial" pitchFamily="34" charset="-120"/>
              </a:defRPr>
            </a:lvl1pPr>
          </a:lstStyle>
          <a:p>
            <a:pPr algn="l" indent="0" marL="0">
              <a:buNone/>
            </a:pPr>
            <a:r>
              <a:rPr lang="en-US" sz="3400" b="1" spc="-60" kern="0" dirty="0">
                <a:solidFill>
                  <a:srgbClr val="15181A"/>
                </a:solidFill>
                <a:latin typeface="Arial" pitchFamily="34" charset="0"/>
                <a:ea typeface="Arial" pitchFamily="34" charset="-122"/>
                <a:cs typeface="Arial" pitchFamily="34" charset="-120"/>
              </a:rPr>
              <a:t>Slide title</a:t>
            </a:r>
            <a:endParaRPr lang="en-US" sz="3400" dirty="0"/>
          </a:p>
        </p:txBody>
      </p:sp>
      <p:sp>
        <p:nvSpPr>
          <p:cNvPr id="4" name="Text 0"/>
          <p:cNvSpPr txBox="1"/>
          <p:nvPr>
            <p:ph idx="102" type="body" hasCustomPrompt="1"/>
          </p:nvPr>
        </p:nvSpPr>
        <p:spPr>
          <a:xfrm>
            <a:off x="731520" y="1591056"/>
            <a:ext cx="10728655" cy="420624"/>
          </a:xfrm>
          <a:prstGeom prst="rect">
            <a:avLst/>
          </a:prstGeom>
          <a:noFill/>
          <a:ln/>
        </p:spPr>
        <p:txBody>
          <a:bodyPr wrap="square" rtlCol="0"/>
          <a:lstStyle>
            <a:lvl1pPr algn="l" indent="0" marL="0">
              <a:buNone/>
              <a:defRPr lang="en-US" sz="1600" b="1" dirty="0">
                <a:solidFill>
                  <a:srgbClr val="3C7D4D"/>
                </a:solidFill>
                <a:latin typeface="Arial" pitchFamily="34" charset="0"/>
                <a:ea typeface="Arial" pitchFamily="34" charset="-122"/>
                <a:cs typeface="Arial" pitchFamily="34" charset="-120"/>
              </a:defRPr>
            </a:lvl1pPr>
          </a:lstStyle>
          <a:p>
            <a:pPr algn="l" indent="0" marL="0">
              <a:buNone/>
            </a:pPr>
            <a:r>
              <a:rPr lang="en-US" sz="1600" b="1" dirty="0">
                <a:solidFill>
                  <a:srgbClr val="3C7D4D"/>
                </a:solidFill>
                <a:latin typeface="Arial" pitchFamily="34" charset="0"/>
                <a:ea typeface="Arial" pitchFamily="34" charset="-122"/>
                <a:cs typeface="Arial" pitchFamily="34" charset="-120"/>
              </a:rPr>
              <a:t>The one thing this slide proves.</a:t>
            </a:r>
            <a:endParaRPr lang="en-US" sz="1600" dirty="0"/>
          </a:p>
        </p:txBody>
      </p:sp>
      <p:sp>
        <p:nvSpPr>
          <p:cNvPr id="5" name="Text 0"/>
          <p:cNvSpPr txBox="1"/>
          <p:nvPr>
            <p:ph idx="103" type="body" hasCustomPrompt="1"/>
          </p:nvPr>
        </p:nvSpPr>
        <p:spPr>
          <a:xfrm>
            <a:off x="731520" y="2121408"/>
            <a:ext cx="4572000" cy="3913632"/>
          </a:xfrm>
          <a:prstGeom prst="rect">
            <a:avLst/>
          </a:prstGeom>
          <a:noFill/>
          <a:ln/>
        </p:spPr>
        <p:txBody>
          <a:bodyPr wrap="square" rtlCol="0"/>
          <a:lstStyle>
            <a:lvl1pPr algn="l" indent="0" marL="0">
              <a:buNone/>
              <a:defRPr lang="en-US" sz="1500" dirty="0">
                <a:solidFill>
                  <a:srgbClr val="15181A"/>
                </a:solidFill>
                <a:latin typeface="Arial" pitchFamily="34" charset="0"/>
                <a:ea typeface="Arial" pitchFamily="34" charset="-122"/>
                <a:cs typeface="Arial" pitchFamily="34" charset="-120"/>
              </a:defRPr>
            </a:lvl1pPr>
          </a:lstStyle>
          <a:p>
            <a:pPr algn="l" indent="0" marL="0">
              <a:buNone/>
            </a:pPr>
            <a:r>
              <a:rPr lang="en-US" sz="1500" dirty="0">
                <a:solidFill>
                  <a:srgbClr val="15181A"/>
                </a:solidFill>
                <a:latin typeface="Arial" pitchFamily="34" charset="0"/>
                <a:ea typeface="Arial" pitchFamily="34" charset="-122"/>
                <a:cs typeface="Arial" pitchFamily="34" charset="-120"/>
              </a:rPr>
              <a:t>Supporting points</a:t>
            </a:r>
            <a:endParaRPr lang="en-US" sz="1500" dirty="0"/>
          </a:p>
        </p:txBody>
      </p:sp>
      <p:sp>
        <p:nvSpPr>
          <p:cNvPr id="6" name="Text 0"/>
          <p:cNvSpPr/>
          <p:nvPr>
            <p:ph idx="104" hasCustomPrompt="1"/>
          </p:nvPr>
        </p:nvSpPr>
        <p:spPr>
          <a:xfrm>
            <a:off x="5943600" y="2121408"/>
            <a:ext cx="5513832" cy="3913632"/>
          </a:xfrm>
          <a:prstGeom prst="rect">
            <a:avLst/>
          </a:prstGeom>
          <a:noFill/>
          <a:ln/>
        </p:spPr>
        <p:txBody>
          <a:bodyPr wrap="square" rtlCol="0"/>
          <a:lstStyle>
            <a:lvl1pPr indent="0" marL="0">
              <a:buNone/>
              <a:defRPr lang="en-US" dirty="0"/>
            </a:lvl1pPr>
          </a:lstStyle>
          <a:p>
            <a:pPr indent="0" marL="0">
              <a:buNone/>
            </a:pPr>
            <a:r>
              <a:rPr lang="en-US" dirty="0">
                <a:solidFill>
                  <a:srgbClr val="000000"/>
                </a:solidFill>
              </a:rPr>
              <a:t> </a:t>
            </a:r>
            <a:endParaRPr lang="en-US" dirty="0"/>
          </a:p>
        </p:txBody>
      </p:sp>
      <p:sp>
        <p:nvSpPr>
          <p:cNvPr id="7" name="Text 0"/>
          <p:cNvSpPr txBox="1"/>
          <p:nvPr>
            <p:ph idx="105" type="body" hasCustomPrompt="1"/>
          </p:nvPr>
        </p:nvSpPr>
        <p:spPr>
          <a:xfrm>
            <a:off x="731520" y="6364224"/>
            <a:ext cx="7863840" cy="237744"/>
          </a:xfrm>
          <a:prstGeom prst="rect">
            <a:avLst/>
          </a:prstGeom>
          <a:noFill/>
          <a:ln/>
        </p:spPr>
        <p:txBody>
          <a:bodyPr wrap="square" rtlCol="0"/>
          <a:lstStyle>
            <a:lvl1pPr algn="l" indent="0" marL="0">
              <a:buNone/>
              <a:defRPr lang="en-US" sz="900" dirty="0">
                <a:solidFill>
                  <a:srgbClr val="5B6670"/>
                </a:solidFill>
                <a:latin typeface="Arial" pitchFamily="34" charset="0"/>
                <a:ea typeface="Arial" pitchFamily="34" charset="-122"/>
                <a:cs typeface="Arial" pitchFamily="34" charset="-120"/>
              </a:defRPr>
            </a:lvl1pPr>
          </a:lstStyle>
          <a:p>
            <a:pPr algn="l" indent="0" marL="0">
              <a:buNone/>
            </a:pPr>
            <a:r>
              <a:rPr lang="en-US" sz="900" dirty="0">
                <a:solidFill>
                  <a:srgbClr val="5B6670"/>
                </a:solidFill>
                <a:latin typeface="Arial" pitchFamily="34" charset="0"/>
                <a:ea typeface="Arial" pitchFamily="34" charset="-122"/>
                <a:cs typeface="Arial" pitchFamily="34" charset="-120"/>
              </a:rPr>
              <a:t>Source: </a:t>
            </a:r>
            <a:endParaRPr lang="en-US" sz="900" dirty="0"/>
          </a:p>
        </p:txBody>
      </p:sp>
      <p:pic>
        <p:nvPicPr>
          <p:cNvPr id="8" name="Image 0" descr="brand/logo_h.png">    </p:cNvPr>
          <p:cNvPicPr>
            <a:picLocks noChangeAspect="1"/>
          </p:cNvPicPr>
          <p:nvPr/>
        </p:nvPicPr>
        <p:blipFill>
          <a:blip r:embed="rId1"/>
          <a:stretch>
            <a:fillRect/>
          </a:stretch>
        </p:blipFill>
        <p:spPr>
          <a:xfrm>
            <a:off x="10625328" y="6272784"/>
            <a:ext cx="1325880" cy="447932"/>
          </a:xfrm>
          <a:prstGeom prst="rect">
            <a:avLst/>
          </a:prstGeom>
        </p:spPr>
      </p:pic>
      <p:sp>
        <p:nvSpPr>
          <p:cNvPr id="25" name="Slide Number Placeholder 0"/>
          <p:cNvSpPr>
            <a:spLocks noGrp="1"/>
          </p:cNvSpPr>
          <p:nvPr>
            <p:ph type="sldNum" sz="quarter" idx="4294967295"/>
          </p:nvPr>
        </p:nvSpPr>
        <p:spPr>
          <a:xfrm>
            <a:off x="9555480" y="6364224"/>
            <a:ext cx="82296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670"/>
                </a:solidFill>
                <a:latin typeface="Arial"/>
                <a:ea typeface="Arial"/>
                <a:cs typeface="Arial"/>
              </a:defRPr>
            </a:lvl1pPr>
          </a:lstStyle>
          <a:p>
            <a:pPr algn="r"/>
            <a:fld id="{F7021451-1387-4CA6-816F-3879F97B5CBC}" type="slidenum">
              <a:rPr b="0" lang="en-US"/>
              <a:t>1009</a:t>
            </a:fld>
            <a:endParaRPr 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p:cSld name="FULL_VISUAL">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2" name="Text 0"/>
          <p:cNvSpPr txBox="1"/>
          <p:nvPr>
            <p:ph idx="100" type="body" hasCustomPrompt="1"/>
          </p:nvPr>
        </p:nvSpPr>
        <p:spPr>
          <a:xfrm>
            <a:off x="731520" y="548640"/>
            <a:ext cx="10728655" cy="237744"/>
          </a:xfrm>
          <a:prstGeom prst="rect">
            <a:avLst/>
          </a:prstGeom>
          <a:noFill/>
          <a:ln/>
        </p:spPr>
        <p:txBody>
          <a:bodyPr wrap="square" rtlCol="0"/>
          <a:lstStyle>
            <a:lvl1pPr algn="l" indent="0" marL="0">
              <a:buNone/>
              <a:defRPr lang="en-US" sz="1100" b="1" spc="300" kern="0" dirty="0">
                <a:solidFill>
                  <a:srgbClr val="3C7D4D"/>
                </a:solidFill>
                <a:latin typeface="Arial" pitchFamily="34" charset="0"/>
                <a:ea typeface="Arial" pitchFamily="34" charset="-122"/>
                <a:cs typeface="Arial" pitchFamily="34" charset="-120"/>
              </a:defRPr>
            </a:lvl1pPr>
          </a:lstStyle>
          <a:p>
            <a:pPr algn="l" indent="0" marL="0">
              <a:buNone/>
            </a:pPr>
            <a:r>
              <a:rPr lang="en-US" sz="1100" b="1" spc="300" kern="0" dirty="0">
                <a:solidFill>
                  <a:srgbClr val="3C7D4D"/>
                </a:solidFill>
                <a:latin typeface="Arial" pitchFamily="34" charset="0"/>
                <a:ea typeface="Arial" pitchFamily="34" charset="-122"/>
                <a:cs typeface="Arial" pitchFamily="34" charset="-120"/>
              </a:rPr>
              <a:t>CATEGORY</a:t>
            </a:r>
            <a:endParaRPr lang="en-US" sz="1100" dirty="0"/>
          </a:p>
        </p:txBody>
      </p:sp>
      <p:sp>
        <p:nvSpPr>
          <p:cNvPr id="3" name="Text 0"/>
          <p:cNvSpPr txBox="1"/>
          <p:nvPr>
            <p:ph idx="101" type="title" hasCustomPrompt="1"/>
          </p:nvPr>
        </p:nvSpPr>
        <p:spPr>
          <a:xfrm>
            <a:off x="731520" y="822960"/>
            <a:ext cx="10058400" cy="713232"/>
          </a:xfrm>
          <a:prstGeom prst="rect">
            <a:avLst/>
          </a:prstGeom>
          <a:noFill/>
          <a:ln/>
        </p:spPr>
        <p:txBody>
          <a:bodyPr wrap="square" rtlCol="0"/>
          <a:lstStyle>
            <a:lvl1pPr algn="l" indent="0" marL="0">
              <a:buNone/>
              <a:defRPr lang="en-US" sz="3400" b="1" spc="-60" kern="0" dirty="0">
                <a:solidFill>
                  <a:srgbClr val="15181A"/>
                </a:solidFill>
                <a:latin typeface="Arial" pitchFamily="34" charset="0"/>
                <a:ea typeface="Arial" pitchFamily="34" charset="-122"/>
                <a:cs typeface="Arial" pitchFamily="34" charset="-120"/>
              </a:defRPr>
            </a:lvl1pPr>
          </a:lstStyle>
          <a:p>
            <a:pPr algn="l" indent="0" marL="0">
              <a:buNone/>
            </a:pPr>
            <a:r>
              <a:rPr lang="en-US" sz="3400" b="1" spc="-60" kern="0" dirty="0">
                <a:solidFill>
                  <a:srgbClr val="15181A"/>
                </a:solidFill>
                <a:latin typeface="Arial" pitchFamily="34" charset="0"/>
                <a:ea typeface="Arial" pitchFamily="34" charset="-122"/>
                <a:cs typeface="Arial" pitchFamily="34" charset="-120"/>
              </a:rPr>
              <a:t>Slide title</a:t>
            </a:r>
            <a:endParaRPr lang="en-US" sz="3400" dirty="0"/>
          </a:p>
        </p:txBody>
      </p:sp>
      <p:sp>
        <p:nvSpPr>
          <p:cNvPr id="4" name="Text 0"/>
          <p:cNvSpPr txBox="1"/>
          <p:nvPr>
            <p:ph idx="102" type="body" hasCustomPrompt="1"/>
          </p:nvPr>
        </p:nvSpPr>
        <p:spPr>
          <a:xfrm>
            <a:off x="731520" y="1591056"/>
            <a:ext cx="10728655" cy="420624"/>
          </a:xfrm>
          <a:prstGeom prst="rect">
            <a:avLst/>
          </a:prstGeom>
          <a:noFill/>
          <a:ln/>
        </p:spPr>
        <p:txBody>
          <a:bodyPr wrap="square" rtlCol="0"/>
          <a:lstStyle>
            <a:lvl1pPr algn="l" indent="0" marL="0">
              <a:buNone/>
              <a:defRPr lang="en-US" sz="1600" b="1" dirty="0">
                <a:solidFill>
                  <a:srgbClr val="3C7D4D"/>
                </a:solidFill>
                <a:latin typeface="Arial" pitchFamily="34" charset="0"/>
                <a:ea typeface="Arial" pitchFamily="34" charset="-122"/>
                <a:cs typeface="Arial" pitchFamily="34" charset="-120"/>
              </a:defRPr>
            </a:lvl1pPr>
          </a:lstStyle>
          <a:p>
            <a:pPr algn="l" indent="0" marL="0">
              <a:buNone/>
            </a:pPr>
            <a:r>
              <a:rPr lang="en-US" sz="1600" b="1" dirty="0">
                <a:solidFill>
                  <a:srgbClr val="3C7D4D"/>
                </a:solidFill>
                <a:latin typeface="Arial" pitchFamily="34" charset="0"/>
                <a:ea typeface="Arial" pitchFamily="34" charset="-122"/>
                <a:cs typeface="Arial" pitchFamily="34" charset="-120"/>
              </a:rPr>
              <a:t>The one thing this slide proves.</a:t>
            </a:r>
            <a:endParaRPr lang="en-US" sz="1600" dirty="0"/>
          </a:p>
        </p:txBody>
      </p:sp>
      <p:sp>
        <p:nvSpPr>
          <p:cNvPr id="5" name="Text 0"/>
          <p:cNvSpPr/>
          <p:nvPr>
            <p:ph idx="103" hasCustomPrompt="1"/>
          </p:nvPr>
        </p:nvSpPr>
        <p:spPr>
          <a:xfrm>
            <a:off x="731520" y="2121408"/>
            <a:ext cx="10728655" cy="3913632"/>
          </a:xfrm>
          <a:prstGeom prst="rect">
            <a:avLst/>
          </a:prstGeom>
          <a:noFill/>
          <a:ln/>
        </p:spPr>
        <p:txBody>
          <a:bodyPr wrap="square" rtlCol="0"/>
          <a:lstStyle>
            <a:lvl1pPr indent="0" marL="0">
              <a:buNone/>
              <a:defRPr lang="en-US" dirty="0"/>
            </a:lvl1pPr>
          </a:lstStyle>
          <a:p>
            <a:pPr indent="0" marL="0">
              <a:buNone/>
            </a:pPr>
            <a:r>
              <a:rPr lang="en-US" dirty="0">
                <a:solidFill>
                  <a:srgbClr val="000000"/>
                </a:solidFill>
              </a:rPr>
              <a:t> </a:t>
            </a:r>
            <a:endParaRPr lang="en-US" dirty="0"/>
          </a:p>
        </p:txBody>
      </p:sp>
      <p:sp>
        <p:nvSpPr>
          <p:cNvPr id="6" name="Text 0"/>
          <p:cNvSpPr txBox="1"/>
          <p:nvPr>
            <p:ph idx="104" type="body" hasCustomPrompt="1"/>
          </p:nvPr>
        </p:nvSpPr>
        <p:spPr>
          <a:xfrm>
            <a:off x="731520" y="6364224"/>
            <a:ext cx="7863840" cy="237744"/>
          </a:xfrm>
          <a:prstGeom prst="rect">
            <a:avLst/>
          </a:prstGeom>
          <a:noFill/>
          <a:ln/>
        </p:spPr>
        <p:txBody>
          <a:bodyPr wrap="square" rtlCol="0"/>
          <a:lstStyle>
            <a:lvl1pPr algn="l" indent="0" marL="0">
              <a:buNone/>
              <a:defRPr lang="en-US" sz="900" dirty="0">
                <a:solidFill>
                  <a:srgbClr val="5B6670"/>
                </a:solidFill>
                <a:latin typeface="Arial" pitchFamily="34" charset="0"/>
                <a:ea typeface="Arial" pitchFamily="34" charset="-122"/>
                <a:cs typeface="Arial" pitchFamily="34" charset="-120"/>
              </a:defRPr>
            </a:lvl1pPr>
          </a:lstStyle>
          <a:p>
            <a:pPr algn="l" indent="0" marL="0">
              <a:buNone/>
            </a:pPr>
            <a:r>
              <a:rPr lang="en-US" sz="900" dirty="0">
                <a:solidFill>
                  <a:srgbClr val="5B6670"/>
                </a:solidFill>
                <a:latin typeface="Arial" pitchFamily="34" charset="0"/>
                <a:ea typeface="Arial" pitchFamily="34" charset="-122"/>
                <a:cs typeface="Arial" pitchFamily="34" charset="-120"/>
              </a:rPr>
              <a:t>Source: </a:t>
            </a:r>
            <a:endParaRPr lang="en-US" sz="900" dirty="0"/>
          </a:p>
        </p:txBody>
      </p:sp>
      <p:pic>
        <p:nvPicPr>
          <p:cNvPr id="7" name="Image 0" descr="brand/logo_h.png">    </p:cNvPr>
          <p:cNvPicPr>
            <a:picLocks noChangeAspect="1"/>
          </p:cNvPicPr>
          <p:nvPr/>
        </p:nvPicPr>
        <p:blipFill>
          <a:blip r:embed="rId1"/>
          <a:stretch>
            <a:fillRect/>
          </a:stretch>
        </p:blipFill>
        <p:spPr>
          <a:xfrm>
            <a:off x="10625328" y="6272784"/>
            <a:ext cx="1325880" cy="447932"/>
          </a:xfrm>
          <a:prstGeom prst="rect">
            <a:avLst/>
          </a:prstGeom>
        </p:spPr>
      </p:pic>
      <p:sp>
        <p:nvSpPr>
          <p:cNvPr id="25" name="Slide Number Placeholder 0"/>
          <p:cNvSpPr>
            <a:spLocks noGrp="1"/>
          </p:cNvSpPr>
          <p:nvPr>
            <p:ph type="sldNum" sz="quarter" idx="4294967295"/>
          </p:nvPr>
        </p:nvSpPr>
        <p:spPr>
          <a:xfrm>
            <a:off x="9555480" y="6364224"/>
            <a:ext cx="82296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670"/>
                </a:solidFill>
                <a:latin typeface="Arial"/>
                <a:ea typeface="Arial"/>
                <a:cs typeface="Arial"/>
              </a:defRPr>
            </a:lvl1pPr>
          </a:lstStyle>
          <a:p>
            <a:pPr algn="r"/>
            <a:fld id="{F7021451-1387-4CA6-816F-3879F97B5CBC}" type="slidenum">
              <a:rPr b="0" lang="en-US"/>
              <a:t>1010</a:t>
            </a:fld>
            <a:endParaRPr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p:cSld name="COMPARISON">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2" name="Text 0"/>
          <p:cNvSpPr txBox="1"/>
          <p:nvPr>
            <p:ph idx="100" type="body" hasCustomPrompt="1"/>
          </p:nvPr>
        </p:nvSpPr>
        <p:spPr>
          <a:xfrm>
            <a:off x="731520" y="548640"/>
            <a:ext cx="10728655" cy="237744"/>
          </a:xfrm>
          <a:prstGeom prst="rect">
            <a:avLst/>
          </a:prstGeom>
          <a:noFill/>
          <a:ln/>
        </p:spPr>
        <p:txBody>
          <a:bodyPr wrap="square" rtlCol="0"/>
          <a:lstStyle>
            <a:lvl1pPr algn="l" indent="0" marL="0">
              <a:buNone/>
              <a:defRPr lang="en-US" sz="1100" b="1" spc="300" kern="0" dirty="0">
                <a:solidFill>
                  <a:srgbClr val="3C7D4D"/>
                </a:solidFill>
                <a:latin typeface="Arial" pitchFamily="34" charset="0"/>
                <a:ea typeface="Arial" pitchFamily="34" charset="-122"/>
                <a:cs typeface="Arial" pitchFamily="34" charset="-120"/>
              </a:defRPr>
            </a:lvl1pPr>
          </a:lstStyle>
          <a:p>
            <a:pPr algn="l" indent="0" marL="0">
              <a:buNone/>
            </a:pPr>
            <a:r>
              <a:rPr lang="en-US" sz="1100" b="1" spc="300" kern="0" dirty="0">
                <a:solidFill>
                  <a:srgbClr val="3C7D4D"/>
                </a:solidFill>
                <a:latin typeface="Arial" pitchFamily="34" charset="0"/>
                <a:ea typeface="Arial" pitchFamily="34" charset="-122"/>
                <a:cs typeface="Arial" pitchFamily="34" charset="-120"/>
              </a:rPr>
              <a:t>CATEGORY</a:t>
            </a:r>
            <a:endParaRPr lang="en-US" sz="1100" dirty="0"/>
          </a:p>
        </p:txBody>
      </p:sp>
      <p:sp>
        <p:nvSpPr>
          <p:cNvPr id="3" name="Text 0"/>
          <p:cNvSpPr txBox="1"/>
          <p:nvPr>
            <p:ph idx="101" type="title" hasCustomPrompt="1"/>
          </p:nvPr>
        </p:nvSpPr>
        <p:spPr>
          <a:xfrm>
            <a:off x="731520" y="822960"/>
            <a:ext cx="10058400" cy="713232"/>
          </a:xfrm>
          <a:prstGeom prst="rect">
            <a:avLst/>
          </a:prstGeom>
          <a:noFill/>
          <a:ln/>
        </p:spPr>
        <p:txBody>
          <a:bodyPr wrap="square" rtlCol="0"/>
          <a:lstStyle>
            <a:lvl1pPr algn="l" indent="0" marL="0">
              <a:buNone/>
              <a:defRPr lang="en-US" sz="3400" b="1" spc="-60" kern="0" dirty="0">
                <a:solidFill>
                  <a:srgbClr val="15181A"/>
                </a:solidFill>
                <a:latin typeface="Arial" pitchFamily="34" charset="0"/>
                <a:ea typeface="Arial" pitchFamily="34" charset="-122"/>
                <a:cs typeface="Arial" pitchFamily="34" charset="-120"/>
              </a:defRPr>
            </a:lvl1pPr>
          </a:lstStyle>
          <a:p>
            <a:pPr algn="l" indent="0" marL="0">
              <a:buNone/>
            </a:pPr>
            <a:r>
              <a:rPr lang="en-US" sz="3400" b="1" spc="-60" kern="0" dirty="0">
                <a:solidFill>
                  <a:srgbClr val="15181A"/>
                </a:solidFill>
                <a:latin typeface="Arial" pitchFamily="34" charset="0"/>
                <a:ea typeface="Arial" pitchFamily="34" charset="-122"/>
                <a:cs typeface="Arial" pitchFamily="34" charset="-120"/>
              </a:rPr>
              <a:t>Slide title</a:t>
            </a:r>
            <a:endParaRPr lang="en-US" sz="3400" dirty="0"/>
          </a:p>
        </p:txBody>
      </p:sp>
      <p:sp>
        <p:nvSpPr>
          <p:cNvPr id="4" name="Text 0"/>
          <p:cNvSpPr txBox="1"/>
          <p:nvPr>
            <p:ph idx="102" type="body" hasCustomPrompt="1"/>
          </p:nvPr>
        </p:nvSpPr>
        <p:spPr>
          <a:xfrm>
            <a:off x="731520" y="1591056"/>
            <a:ext cx="10728655" cy="420624"/>
          </a:xfrm>
          <a:prstGeom prst="rect">
            <a:avLst/>
          </a:prstGeom>
          <a:noFill/>
          <a:ln/>
        </p:spPr>
        <p:txBody>
          <a:bodyPr wrap="square" rtlCol="0"/>
          <a:lstStyle>
            <a:lvl1pPr algn="l" indent="0" marL="0">
              <a:buNone/>
              <a:defRPr lang="en-US" sz="1600" b="1" dirty="0">
                <a:solidFill>
                  <a:srgbClr val="3C7D4D"/>
                </a:solidFill>
                <a:latin typeface="Arial" pitchFamily="34" charset="0"/>
                <a:ea typeface="Arial" pitchFamily="34" charset="-122"/>
                <a:cs typeface="Arial" pitchFamily="34" charset="-120"/>
              </a:defRPr>
            </a:lvl1pPr>
          </a:lstStyle>
          <a:p>
            <a:pPr algn="l" indent="0" marL="0">
              <a:buNone/>
            </a:pPr>
            <a:r>
              <a:rPr lang="en-US" sz="1600" b="1" dirty="0">
                <a:solidFill>
                  <a:srgbClr val="3C7D4D"/>
                </a:solidFill>
                <a:latin typeface="Arial" pitchFamily="34" charset="0"/>
                <a:ea typeface="Arial" pitchFamily="34" charset="-122"/>
                <a:cs typeface="Arial" pitchFamily="34" charset="-120"/>
              </a:rPr>
              <a:t>The one thing this slide proves.</a:t>
            </a:r>
            <a:endParaRPr lang="en-US" sz="1600" dirty="0"/>
          </a:p>
        </p:txBody>
      </p:sp>
      <p:sp>
        <p:nvSpPr>
          <p:cNvPr id="5" name="Shape 0"/>
          <p:cNvSpPr/>
          <p:nvPr/>
        </p:nvSpPr>
        <p:spPr>
          <a:xfrm>
            <a:off x="731520" y="2121408"/>
            <a:ext cx="5230368" cy="475488"/>
          </a:xfrm>
          <a:prstGeom prst="rect">
            <a:avLst/>
          </a:prstGeom>
          <a:solidFill>
            <a:srgbClr val="3C7D4D"/>
          </a:solidFill>
          <a:ln/>
        </p:spPr>
      </p:sp>
      <p:sp>
        <p:nvSpPr>
          <p:cNvPr id="6" name="Text 1"/>
          <p:cNvSpPr txBox="1"/>
          <p:nvPr>
            <p:ph idx="104" type="body" hasCustomPrompt="1"/>
          </p:nvPr>
        </p:nvSpPr>
        <p:spPr>
          <a:xfrm>
            <a:off x="987552" y="2121408"/>
            <a:ext cx="4718304" cy="475488"/>
          </a:xfrm>
          <a:prstGeom prst="rect">
            <a:avLst/>
          </a:prstGeom>
          <a:noFill/>
          <a:ln/>
        </p:spPr>
        <p:txBody>
          <a:bodyPr wrap="square" rtlCol="0"/>
          <a:lstStyle>
            <a:lvl1pPr algn="l" indent="0" marL="0">
              <a:buNone/>
              <a:defRPr lang="en-US" sz="1300" b="1" spc="200" kern="0" dirty="0">
                <a:solidFill>
                  <a:srgbClr val="FFFFFF"/>
                </a:solidFill>
                <a:latin typeface="Arial" pitchFamily="34" charset="0"/>
                <a:ea typeface="Arial" pitchFamily="34" charset="-122"/>
                <a:cs typeface="Arial" pitchFamily="34" charset="-120"/>
              </a:defRPr>
            </a:lvl1pPr>
          </a:lstStyle>
          <a:p>
            <a:pPr algn="l" indent="0" marL="0">
              <a:buNone/>
            </a:pPr>
            <a:r>
              <a:rPr lang="en-US" sz="1300" b="1" spc="200" kern="0" dirty="0">
                <a:solidFill>
                  <a:srgbClr val="FFFFFF"/>
                </a:solidFill>
                <a:latin typeface="Arial" pitchFamily="34" charset="0"/>
                <a:ea typeface="Arial" pitchFamily="34" charset="-122"/>
                <a:cs typeface="Arial" pitchFamily="34" charset="-120"/>
              </a:rPr>
              <a:t>OPTION A</a:t>
            </a:r>
            <a:endParaRPr lang="en-US" sz="1300" dirty="0"/>
          </a:p>
        </p:txBody>
      </p:sp>
      <p:sp>
        <p:nvSpPr>
          <p:cNvPr id="7" name="Shape 1"/>
          <p:cNvSpPr/>
          <p:nvPr/>
        </p:nvSpPr>
        <p:spPr>
          <a:xfrm>
            <a:off x="731520" y="2596896"/>
            <a:ext cx="5230368" cy="2980944"/>
          </a:xfrm>
          <a:prstGeom prst="rect">
            <a:avLst/>
          </a:prstGeom>
          <a:solidFill>
            <a:srgbClr val="F2F5F2"/>
          </a:solidFill>
          <a:ln/>
        </p:spPr>
      </p:sp>
      <p:sp>
        <p:nvSpPr>
          <p:cNvPr id="8" name="Text 2"/>
          <p:cNvSpPr txBox="1"/>
          <p:nvPr>
            <p:ph idx="106" type="body" hasCustomPrompt="1"/>
          </p:nvPr>
        </p:nvSpPr>
        <p:spPr>
          <a:xfrm>
            <a:off x="987552" y="2834640"/>
            <a:ext cx="4718304" cy="2560320"/>
          </a:xfrm>
          <a:prstGeom prst="rect">
            <a:avLst/>
          </a:prstGeom>
          <a:noFill/>
          <a:ln/>
        </p:spPr>
        <p:txBody>
          <a:bodyPr wrap="square" rtlCol="0"/>
          <a:lstStyle>
            <a:lvl1pPr algn="l" indent="0" marL="0">
              <a:buNone/>
              <a:defRPr lang="en-US" sz="1450" dirty="0">
                <a:solidFill>
                  <a:srgbClr val="15181A"/>
                </a:solidFill>
                <a:latin typeface="Arial" pitchFamily="34" charset="0"/>
                <a:ea typeface="Arial" pitchFamily="34" charset="-122"/>
                <a:cs typeface="Arial" pitchFamily="34" charset="-120"/>
              </a:defRPr>
            </a:lvl1pPr>
          </a:lstStyle>
          <a:p>
            <a:pPr algn="l" indent="0" marL="0">
              <a:buNone/>
            </a:pPr>
            <a:r>
              <a:rPr lang="en-US" sz="1450" dirty="0">
                <a:solidFill>
                  <a:srgbClr val="15181A"/>
                </a:solidFill>
                <a:latin typeface="Arial" pitchFamily="34" charset="0"/>
                <a:ea typeface="Arial" pitchFamily="34" charset="-122"/>
                <a:cs typeface="Arial" pitchFamily="34" charset="-120"/>
              </a:rPr>
              <a:t>What it gets us, what it costs, what breaks.</a:t>
            </a:r>
            <a:endParaRPr lang="en-US" sz="1450" dirty="0"/>
          </a:p>
        </p:txBody>
      </p:sp>
      <p:sp>
        <p:nvSpPr>
          <p:cNvPr id="9" name="Shape 2"/>
          <p:cNvSpPr/>
          <p:nvPr/>
        </p:nvSpPr>
        <p:spPr>
          <a:xfrm>
            <a:off x="6227064" y="2121408"/>
            <a:ext cx="5230368" cy="475488"/>
          </a:xfrm>
          <a:prstGeom prst="rect">
            <a:avLst/>
          </a:prstGeom>
          <a:solidFill>
            <a:srgbClr val="5B6670"/>
          </a:solidFill>
          <a:ln/>
        </p:spPr>
      </p:sp>
      <p:sp>
        <p:nvSpPr>
          <p:cNvPr id="10" name="Text 3"/>
          <p:cNvSpPr txBox="1"/>
          <p:nvPr>
            <p:ph idx="108" type="body" hasCustomPrompt="1"/>
          </p:nvPr>
        </p:nvSpPr>
        <p:spPr>
          <a:xfrm>
            <a:off x="6483096" y="2121408"/>
            <a:ext cx="4718304" cy="475488"/>
          </a:xfrm>
          <a:prstGeom prst="rect">
            <a:avLst/>
          </a:prstGeom>
          <a:noFill/>
          <a:ln/>
        </p:spPr>
        <p:txBody>
          <a:bodyPr wrap="square" rtlCol="0"/>
          <a:lstStyle>
            <a:lvl1pPr algn="l" indent="0" marL="0">
              <a:buNone/>
              <a:defRPr lang="en-US" sz="1300" b="1" spc="200" kern="0" dirty="0">
                <a:solidFill>
                  <a:srgbClr val="FFFFFF"/>
                </a:solidFill>
                <a:latin typeface="Arial" pitchFamily="34" charset="0"/>
                <a:ea typeface="Arial" pitchFamily="34" charset="-122"/>
                <a:cs typeface="Arial" pitchFamily="34" charset="-120"/>
              </a:defRPr>
            </a:lvl1pPr>
          </a:lstStyle>
          <a:p>
            <a:pPr algn="l" indent="0" marL="0">
              <a:buNone/>
            </a:pPr>
            <a:r>
              <a:rPr lang="en-US" sz="1300" b="1" spc="200" kern="0" dirty="0">
                <a:solidFill>
                  <a:srgbClr val="FFFFFF"/>
                </a:solidFill>
                <a:latin typeface="Arial" pitchFamily="34" charset="0"/>
                <a:ea typeface="Arial" pitchFamily="34" charset="-122"/>
                <a:cs typeface="Arial" pitchFamily="34" charset="-120"/>
              </a:rPr>
              <a:t>OPTION B</a:t>
            </a:r>
            <a:endParaRPr lang="en-US" sz="1300" dirty="0"/>
          </a:p>
        </p:txBody>
      </p:sp>
      <p:sp>
        <p:nvSpPr>
          <p:cNvPr id="11" name="Shape 3"/>
          <p:cNvSpPr/>
          <p:nvPr/>
        </p:nvSpPr>
        <p:spPr>
          <a:xfrm>
            <a:off x="6227064" y="2596896"/>
            <a:ext cx="5230368" cy="2980944"/>
          </a:xfrm>
          <a:prstGeom prst="rect">
            <a:avLst/>
          </a:prstGeom>
          <a:solidFill>
            <a:srgbClr val="F2F5F2"/>
          </a:solidFill>
          <a:ln/>
        </p:spPr>
      </p:sp>
      <p:sp>
        <p:nvSpPr>
          <p:cNvPr id="12" name="Text 4"/>
          <p:cNvSpPr txBox="1"/>
          <p:nvPr>
            <p:ph idx="110" type="body" hasCustomPrompt="1"/>
          </p:nvPr>
        </p:nvSpPr>
        <p:spPr>
          <a:xfrm>
            <a:off x="6483096" y="2834640"/>
            <a:ext cx="4718304" cy="2560320"/>
          </a:xfrm>
          <a:prstGeom prst="rect">
            <a:avLst/>
          </a:prstGeom>
          <a:noFill/>
          <a:ln/>
        </p:spPr>
        <p:txBody>
          <a:bodyPr wrap="square" rtlCol="0"/>
          <a:lstStyle>
            <a:lvl1pPr algn="l" indent="0" marL="0">
              <a:buNone/>
              <a:defRPr lang="en-US" sz="1450" dirty="0">
                <a:solidFill>
                  <a:srgbClr val="15181A"/>
                </a:solidFill>
                <a:latin typeface="Arial" pitchFamily="34" charset="0"/>
                <a:ea typeface="Arial" pitchFamily="34" charset="-122"/>
                <a:cs typeface="Arial" pitchFamily="34" charset="-120"/>
              </a:defRPr>
            </a:lvl1pPr>
          </a:lstStyle>
          <a:p>
            <a:pPr algn="l" indent="0" marL="0">
              <a:buNone/>
            </a:pPr>
            <a:r>
              <a:rPr lang="en-US" sz="1450" dirty="0">
                <a:solidFill>
                  <a:srgbClr val="15181A"/>
                </a:solidFill>
                <a:latin typeface="Arial" pitchFamily="34" charset="0"/>
                <a:ea typeface="Arial" pitchFamily="34" charset="-122"/>
                <a:cs typeface="Arial" pitchFamily="34" charset="-120"/>
              </a:rPr>
              <a:t>What it gets us, what it costs, what breaks.</a:t>
            </a:r>
            <a:endParaRPr lang="en-US" sz="1450" dirty="0"/>
          </a:p>
        </p:txBody>
      </p:sp>
      <p:sp>
        <p:nvSpPr>
          <p:cNvPr id="13" name="Text 4"/>
          <p:cNvSpPr txBox="1"/>
          <p:nvPr>
            <p:ph idx="111" type="body" hasCustomPrompt="1"/>
          </p:nvPr>
        </p:nvSpPr>
        <p:spPr>
          <a:xfrm>
            <a:off x="731520" y="5742432"/>
            <a:ext cx="10728655" cy="384048"/>
          </a:xfrm>
          <a:prstGeom prst="rect">
            <a:avLst/>
          </a:prstGeom>
          <a:noFill/>
          <a:ln/>
        </p:spPr>
        <p:txBody>
          <a:bodyPr wrap="square" rtlCol="0"/>
          <a:lstStyle>
            <a:lvl1pPr algn="l" indent="0" marL="0">
              <a:buNone/>
              <a:defRPr lang="en-US" sz="1500" b="1" dirty="0">
                <a:solidFill>
                  <a:srgbClr val="3C7D4D"/>
                </a:solidFill>
                <a:latin typeface="Arial" pitchFamily="34" charset="0"/>
                <a:ea typeface="Arial" pitchFamily="34" charset="-122"/>
                <a:cs typeface="Arial" pitchFamily="34" charset="-120"/>
              </a:defRPr>
            </a:lvl1pPr>
          </a:lstStyle>
          <a:p>
            <a:pPr algn="l" indent="0" marL="0">
              <a:buNone/>
            </a:pPr>
            <a:r>
              <a:rPr lang="en-US" sz="1500" b="1" dirty="0">
                <a:solidFill>
                  <a:srgbClr val="3C7D4D"/>
                </a:solidFill>
                <a:latin typeface="Arial" pitchFamily="34" charset="0"/>
                <a:ea typeface="Arial" pitchFamily="34" charset="-122"/>
                <a:cs typeface="Arial" pitchFamily="34" charset="-120"/>
              </a:rPr>
              <a:t>Recommendation: </a:t>
            </a:r>
            <a:endParaRPr lang="en-US" sz="1500" dirty="0"/>
          </a:p>
        </p:txBody>
      </p:sp>
      <p:sp>
        <p:nvSpPr>
          <p:cNvPr id="14" name="Text 4"/>
          <p:cNvSpPr txBox="1"/>
          <p:nvPr>
            <p:ph idx="112" type="body" hasCustomPrompt="1"/>
          </p:nvPr>
        </p:nvSpPr>
        <p:spPr>
          <a:xfrm>
            <a:off x="731520" y="6364224"/>
            <a:ext cx="7863840" cy="237744"/>
          </a:xfrm>
          <a:prstGeom prst="rect">
            <a:avLst/>
          </a:prstGeom>
          <a:noFill/>
          <a:ln/>
        </p:spPr>
        <p:txBody>
          <a:bodyPr wrap="square" rtlCol="0"/>
          <a:lstStyle>
            <a:lvl1pPr algn="l" indent="0" marL="0">
              <a:buNone/>
              <a:defRPr lang="en-US" sz="900" dirty="0">
                <a:solidFill>
                  <a:srgbClr val="5B6670"/>
                </a:solidFill>
                <a:latin typeface="Arial" pitchFamily="34" charset="0"/>
                <a:ea typeface="Arial" pitchFamily="34" charset="-122"/>
                <a:cs typeface="Arial" pitchFamily="34" charset="-120"/>
              </a:defRPr>
            </a:lvl1pPr>
          </a:lstStyle>
          <a:p>
            <a:pPr algn="l" indent="0" marL="0">
              <a:buNone/>
            </a:pPr>
            <a:r>
              <a:rPr lang="en-US" sz="900" dirty="0">
                <a:solidFill>
                  <a:srgbClr val="5B6670"/>
                </a:solidFill>
                <a:latin typeface="Arial" pitchFamily="34" charset="0"/>
                <a:ea typeface="Arial" pitchFamily="34" charset="-122"/>
                <a:cs typeface="Arial" pitchFamily="34" charset="-120"/>
              </a:rPr>
              <a:t>Source: </a:t>
            </a:r>
            <a:endParaRPr lang="en-US" sz="900" dirty="0"/>
          </a:p>
        </p:txBody>
      </p:sp>
      <p:pic>
        <p:nvPicPr>
          <p:cNvPr id="15" name="Image 0" descr="brand/logo_h.png">    </p:cNvPr>
          <p:cNvPicPr>
            <a:picLocks noChangeAspect="1"/>
          </p:cNvPicPr>
          <p:nvPr/>
        </p:nvPicPr>
        <p:blipFill>
          <a:blip r:embed="rId1"/>
          <a:stretch>
            <a:fillRect/>
          </a:stretch>
        </p:blipFill>
        <p:spPr>
          <a:xfrm>
            <a:off x="10625328" y="6272784"/>
            <a:ext cx="1325880" cy="447932"/>
          </a:xfrm>
          <a:prstGeom prst="rect">
            <a:avLst/>
          </a:prstGeom>
        </p:spPr>
      </p:pic>
      <p:sp>
        <p:nvSpPr>
          <p:cNvPr id="25" name="Slide Number Placeholder 0"/>
          <p:cNvSpPr>
            <a:spLocks noGrp="1"/>
          </p:cNvSpPr>
          <p:nvPr>
            <p:ph type="sldNum" sz="quarter" idx="4294967295"/>
          </p:nvPr>
        </p:nvSpPr>
        <p:spPr>
          <a:xfrm>
            <a:off x="9555480" y="6364224"/>
            <a:ext cx="82296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670"/>
                </a:solidFill>
                <a:latin typeface="Arial"/>
                <a:ea typeface="Arial"/>
                <a:cs typeface="Arial"/>
              </a:defRPr>
            </a:lvl1pPr>
          </a:lstStyle>
          <a:p>
            <a:pPr algn="r"/>
            <a:fld id="{F7021451-1387-4CA6-816F-3879F97B5CBC}" type="slidenum">
              <a:rPr b="0" lang="en-US"/>
              <a:t>1011</a:t>
            </a:fld>
            <a:endParaRPr lang="en-US"/>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p:cSld name="TIMELINE">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2" name="Text 0"/>
          <p:cNvSpPr txBox="1"/>
          <p:nvPr>
            <p:ph idx="100" type="body" hasCustomPrompt="1"/>
          </p:nvPr>
        </p:nvSpPr>
        <p:spPr>
          <a:xfrm>
            <a:off x="731520" y="548640"/>
            <a:ext cx="10728655" cy="237744"/>
          </a:xfrm>
          <a:prstGeom prst="rect">
            <a:avLst/>
          </a:prstGeom>
          <a:noFill/>
          <a:ln/>
        </p:spPr>
        <p:txBody>
          <a:bodyPr wrap="square" rtlCol="0"/>
          <a:lstStyle>
            <a:lvl1pPr algn="l" indent="0" marL="0">
              <a:buNone/>
              <a:defRPr lang="en-US" sz="1100" b="1" spc="300" kern="0" dirty="0">
                <a:solidFill>
                  <a:srgbClr val="3C7D4D"/>
                </a:solidFill>
                <a:latin typeface="Arial" pitchFamily="34" charset="0"/>
                <a:ea typeface="Arial" pitchFamily="34" charset="-122"/>
                <a:cs typeface="Arial" pitchFamily="34" charset="-120"/>
              </a:defRPr>
            </a:lvl1pPr>
          </a:lstStyle>
          <a:p>
            <a:pPr algn="l" indent="0" marL="0">
              <a:buNone/>
            </a:pPr>
            <a:r>
              <a:rPr lang="en-US" sz="1100" b="1" spc="300" kern="0" dirty="0">
                <a:solidFill>
                  <a:srgbClr val="3C7D4D"/>
                </a:solidFill>
                <a:latin typeface="Arial" pitchFamily="34" charset="0"/>
                <a:ea typeface="Arial" pitchFamily="34" charset="-122"/>
                <a:cs typeface="Arial" pitchFamily="34" charset="-120"/>
              </a:rPr>
              <a:t>CATEGORY</a:t>
            </a:r>
            <a:endParaRPr lang="en-US" sz="1100" dirty="0"/>
          </a:p>
        </p:txBody>
      </p:sp>
      <p:sp>
        <p:nvSpPr>
          <p:cNvPr id="3" name="Text 0"/>
          <p:cNvSpPr txBox="1"/>
          <p:nvPr>
            <p:ph idx="101" type="title" hasCustomPrompt="1"/>
          </p:nvPr>
        </p:nvSpPr>
        <p:spPr>
          <a:xfrm>
            <a:off x="731520" y="822960"/>
            <a:ext cx="10058400" cy="713232"/>
          </a:xfrm>
          <a:prstGeom prst="rect">
            <a:avLst/>
          </a:prstGeom>
          <a:noFill/>
          <a:ln/>
        </p:spPr>
        <p:txBody>
          <a:bodyPr wrap="square" rtlCol="0"/>
          <a:lstStyle>
            <a:lvl1pPr algn="l" indent="0" marL="0">
              <a:buNone/>
              <a:defRPr lang="en-US" sz="3400" b="1" spc="-60" kern="0" dirty="0">
                <a:solidFill>
                  <a:srgbClr val="15181A"/>
                </a:solidFill>
                <a:latin typeface="Arial" pitchFamily="34" charset="0"/>
                <a:ea typeface="Arial" pitchFamily="34" charset="-122"/>
                <a:cs typeface="Arial" pitchFamily="34" charset="-120"/>
              </a:defRPr>
            </a:lvl1pPr>
          </a:lstStyle>
          <a:p>
            <a:pPr algn="l" indent="0" marL="0">
              <a:buNone/>
            </a:pPr>
            <a:r>
              <a:rPr lang="en-US" sz="3400" b="1" spc="-60" kern="0" dirty="0">
                <a:solidFill>
                  <a:srgbClr val="15181A"/>
                </a:solidFill>
                <a:latin typeface="Arial" pitchFamily="34" charset="0"/>
                <a:ea typeface="Arial" pitchFamily="34" charset="-122"/>
                <a:cs typeface="Arial" pitchFamily="34" charset="-120"/>
              </a:rPr>
              <a:t>Slide title</a:t>
            </a:r>
            <a:endParaRPr lang="en-US" sz="3400" dirty="0"/>
          </a:p>
        </p:txBody>
      </p:sp>
      <p:sp>
        <p:nvSpPr>
          <p:cNvPr id="4" name="Text 0"/>
          <p:cNvSpPr txBox="1"/>
          <p:nvPr>
            <p:ph idx="102" type="body" hasCustomPrompt="1"/>
          </p:nvPr>
        </p:nvSpPr>
        <p:spPr>
          <a:xfrm>
            <a:off x="731520" y="1591056"/>
            <a:ext cx="10728655" cy="420624"/>
          </a:xfrm>
          <a:prstGeom prst="rect">
            <a:avLst/>
          </a:prstGeom>
          <a:noFill/>
          <a:ln/>
        </p:spPr>
        <p:txBody>
          <a:bodyPr wrap="square" rtlCol="0"/>
          <a:lstStyle>
            <a:lvl1pPr algn="l" indent="0" marL="0">
              <a:buNone/>
              <a:defRPr lang="en-US" sz="1600" b="1" dirty="0">
                <a:solidFill>
                  <a:srgbClr val="3C7D4D"/>
                </a:solidFill>
                <a:latin typeface="Arial" pitchFamily="34" charset="0"/>
                <a:ea typeface="Arial" pitchFamily="34" charset="-122"/>
                <a:cs typeface="Arial" pitchFamily="34" charset="-120"/>
              </a:defRPr>
            </a:lvl1pPr>
          </a:lstStyle>
          <a:p>
            <a:pPr algn="l" indent="0" marL="0">
              <a:buNone/>
            </a:pPr>
            <a:r>
              <a:rPr lang="en-US" sz="1600" b="1" dirty="0">
                <a:solidFill>
                  <a:srgbClr val="3C7D4D"/>
                </a:solidFill>
                <a:latin typeface="Arial" pitchFamily="34" charset="0"/>
                <a:ea typeface="Arial" pitchFamily="34" charset="-122"/>
                <a:cs typeface="Arial" pitchFamily="34" charset="-120"/>
              </a:rPr>
              <a:t>The one thing this slide proves.</a:t>
            </a:r>
            <a:endParaRPr lang="en-US" sz="1600" dirty="0"/>
          </a:p>
        </p:txBody>
      </p:sp>
      <p:sp>
        <p:nvSpPr>
          <p:cNvPr id="5" name="Shape 0"/>
          <p:cNvSpPr/>
          <p:nvPr/>
        </p:nvSpPr>
        <p:spPr>
          <a:xfrm>
            <a:off x="1005840" y="2706624"/>
            <a:ext cx="10180015" cy="0"/>
          </a:xfrm>
          <a:prstGeom prst="line">
            <a:avLst/>
          </a:prstGeom>
          <a:noFill/>
          <a:ln w="25400">
            <a:solidFill>
              <a:srgbClr val="E2E6E3"/>
            </a:solidFill>
            <a:prstDash val="solid"/>
          </a:ln>
        </p:spPr>
      </p:sp>
      <p:sp>
        <p:nvSpPr>
          <p:cNvPr id="6" name="Shape 1"/>
          <p:cNvSpPr/>
          <p:nvPr/>
        </p:nvSpPr>
        <p:spPr>
          <a:xfrm>
            <a:off x="749808" y="2450592"/>
            <a:ext cx="512064" cy="512064"/>
          </a:xfrm>
          <a:prstGeom prst="rect">
            <a:avLst/>
          </a:prstGeom>
          <a:solidFill>
            <a:srgbClr val="3C7D4D"/>
          </a:solidFill>
          <a:ln/>
        </p:spPr>
      </p:sp>
      <p:sp>
        <p:nvSpPr>
          <p:cNvPr id="7" name="Text 2"/>
          <p:cNvSpPr txBox="1"/>
          <p:nvPr/>
        </p:nvSpPr>
        <p:spPr>
          <a:xfrm>
            <a:off x="749808" y="2450592"/>
            <a:ext cx="512064" cy="512064"/>
          </a:xfrm>
          <a:prstGeom prst="rect">
            <a:avLst/>
          </a:prstGeom>
          <a:noFill/>
          <a:ln/>
        </p:spPr>
        <p:txBody>
          <a:bodyPr wrap="square" lIns="0" tIns="0" rIns="0" bIns="0" rtlCol="0" anchor="ctr"/>
          <a:lstStyle/>
          <a:p>
            <a:pPr algn="ctr" indent="0" marL="0">
              <a:buNone/>
            </a:pPr>
            <a:r>
              <a:rPr lang="en-US" sz="1600" b="1" dirty="0">
                <a:solidFill>
                  <a:srgbClr val="FFFFFF"/>
                </a:solidFill>
                <a:latin typeface="Arial" pitchFamily="34" charset="0"/>
                <a:ea typeface="Arial" pitchFamily="34" charset="-122"/>
                <a:cs typeface="Arial" pitchFamily="34" charset="-120"/>
              </a:rPr>
              <a:t>1</a:t>
            </a:r>
            <a:endParaRPr lang="en-US" sz="1600" dirty="0"/>
          </a:p>
        </p:txBody>
      </p:sp>
      <p:sp>
        <p:nvSpPr>
          <p:cNvPr id="8" name="Text 3"/>
          <p:cNvSpPr txBox="1"/>
          <p:nvPr>
            <p:ph idx="106" type="body" hasCustomPrompt="1"/>
          </p:nvPr>
        </p:nvSpPr>
        <p:spPr>
          <a:xfrm>
            <a:off x="731520" y="2121408"/>
            <a:ext cx="2624328" cy="274320"/>
          </a:xfrm>
          <a:prstGeom prst="rect">
            <a:avLst/>
          </a:prstGeom>
          <a:noFill/>
          <a:ln/>
        </p:spPr>
        <p:txBody>
          <a:bodyPr wrap="square" rtlCol="0"/>
          <a:lstStyle>
            <a:lvl1pPr algn="l" indent="0" marL="0">
              <a:buNone/>
              <a:defRPr lang="en-US" sz="1050" b="1" spc="180" kern="0" dirty="0">
                <a:solidFill>
                  <a:srgbClr val="5B6670"/>
                </a:solidFill>
                <a:latin typeface="Arial" pitchFamily="34" charset="0"/>
                <a:ea typeface="Arial" pitchFamily="34" charset="-122"/>
                <a:cs typeface="Arial" pitchFamily="34" charset="-120"/>
              </a:defRPr>
            </a:lvl1pPr>
          </a:lstStyle>
          <a:p>
            <a:pPr algn="l" indent="0" marL="0">
              <a:buNone/>
            </a:pPr>
            <a:r>
              <a:rPr lang="en-US" sz="1050" b="1" spc="180" kern="0" dirty="0">
                <a:solidFill>
                  <a:srgbClr val="5B6670"/>
                </a:solidFill>
                <a:latin typeface="Arial" pitchFamily="34" charset="0"/>
                <a:ea typeface="Arial" pitchFamily="34" charset="-122"/>
                <a:cs typeface="Arial" pitchFamily="34" charset="-120"/>
              </a:rPr>
              <a:t>PHASE</a:t>
            </a:r>
            <a:endParaRPr lang="en-US" sz="1050" dirty="0"/>
          </a:p>
        </p:txBody>
      </p:sp>
      <p:sp>
        <p:nvSpPr>
          <p:cNvPr id="9" name="Text 3"/>
          <p:cNvSpPr txBox="1"/>
          <p:nvPr>
            <p:ph idx="107" type="body" hasCustomPrompt="1"/>
          </p:nvPr>
        </p:nvSpPr>
        <p:spPr>
          <a:xfrm>
            <a:off x="731520" y="3145536"/>
            <a:ext cx="2487168" cy="548640"/>
          </a:xfrm>
          <a:prstGeom prst="rect">
            <a:avLst/>
          </a:prstGeom>
          <a:noFill/>
          <a:ln/>
        </p:spPr>
        <p:txBody>
          <a:bodyPr wrap="square" rtlCol="0"/>
          <a:lstStyle>
            <a:lvl1pPr algn="l" indent="0" marL="0">
              <a:buNone/>
              <a:defRPr lang="en-US" sz="1600" b="1" spc="-30" kern="0" dirty="0">
                <a:solidFill>
                  <a:srgbClr val="15181A"/>
                </a:solidFill>
                <a:latin typeface="Arial" pitchFamily="34" charset="0"/>
                <a:ea typeface="Arial" pitchFamily="34" charset="-122"/>
                <a:cs typeface="Arial" pitchFamily="34" charset="-120"/>
              </a:defRPr>
            </a:lvl1pPr>
          </a:lstStyle>
          <a:p>
            <a:pPr algn="l" indent="0" marL="0">
              <a:buNone/>
            </a:pPr>
            <a:r>
              <a:rPr lang="en-US" sz="1600" b="1" spc="-30" kern="0" dirty="0">
                <a:solidFill>
                  <a:srgbClr val="15181A"/>
                </a:solidFill>
                <a:latin typeface="Arial" pitchFamily="34" charset="0"/>
                <a:ea typeface="Arial" pitchFamily="34" charset="-122"/>
                <a:cs typeface="Arial" pitchFamily="34" charset="-120"/>
              </a:rPr>
              <a:t>Milestone</a:t>
            </a:r>
            <a:endParaRPr lang="en-US" sz="1600" dirty="0"/>
          </a:p>
        </p:txBody>
      </p:sp>
      <p:sp>
        <p:nvSpPr>
          <p:cNvPr id="10" name="Text 3"/>
          <p:cNvSpPr txBox="1"/>
          <p:nvPr>
            <p:ph idx="108" type="body" hasCustomPrompt="1"/>
          </p:nvPr>
        </p:nvSpPr>
        <p:spPr>
          <a:xfrm>
            <a:off x="731520" y="3767328"/>
            <a:ext cx="2487168" cy="1645920"/>
          </a:xfrm>
          <a:prstGeom prst="rect">
            <a:avLst/>
          </a:prstGeom>
          <a:noFill/>
          <a:ln/>
        </p:spPr>
        <p:txBody>
          <a:bodyPr wrap="square" rtlCol="0"/>
          <a:lstStyle>
            <a:lvl1pPr algn="l" indent="0" marL="0">
              <a:buNone/>
              <a:defRPr lang="en-US" sz="1300" dirty="0">
                <a:solidFill>
                  <a:srgbClr val="5B6670"/>
                </a:solidFill>
                <a:latin typeface="Arial" pitchFamily="34" charset="0"/>
                <a:ea typeface="Arial" pitchFamily="34" charset="-122"/>
                <a:cs typeface="Arial" pitchFamily="34" charset="-120"/>
              </a:defRPr>
            </a:lvl1pPr>
          </a:lstStyle>
          <a:p>
            <a:pPr algn="l" indent="0" marL="0">
              <a:buNone/>
            </a:pPr>
            <a:r>
              <a:rPr lang="en-US" sz="1300" dirty="0">
                <a:solidFill>
                  <a:srgbClr val="5B6670"/>
                </a:solidFill>
                <a:latin typeface="Arial" pitchFamily="34" charset="0"/>
                <a:ea typeface="Arial" pitchFamily="34" charset="-122"/>
                <a:cs typeface="Arial" pitchFamily="34" charset="-120"/>
              </a:rPr>
              <a:t>What happens and who owns it.</a:t>
            </a:r>
            <a:endParaRPr lang="en-US" sz="1300" dirty="0"/>
          </a:p>
        </p:txBody>
      </p:sp>
      <p:sp>
        <p:nvSpPr>
          <p:cNvPr id="11" name="Shape 3"/>
          <p:cNvSpPr/>
          <p:nvPr/>
        </p:nvSpPr>
        <p:spPr>
          <a:xfrm>
            <a:off x="3639312" y="2450592"/>
            <a:ext cx="512064" cy="512064"/>
          </a:xfrm>
          <a:prstGeom prst="rect">
            <a:avLst/>
          </a:prstGeom>
          <a:solidFill>
            <a:srgbClr val="3C7D4D"/>
          </a:solidFill>
          <a:ln/>
        </p:spPr>
      </p:sp>
      <p:sp>
        <p:nvSpPr>
          <p:cNvPr id="12" name="Text 4"/>
          <p:cNvSpPr txBox="1"/>
          <p:nvPr/>
        </p:nvSpPr>
        <p:spPr>
          <a:xfrm>
            <a:off x="3639312" y="2450592"/>
            <a:ext cx="512064" cy="512064"/>
          </a:xfrm>
          <a:prstGeom prst="rect">
            <a:avLst/>
          </a:prstGeom>
          <a:noFill/>
          <a:ln/>
        </p:spPr>
        <p:txBody>
          <a:bodyPr wrap="square" lIns="0" tIns="0" rIns="0" bIns="0" rtlCol="0" anchor="ctr"/>
          <a:lstStyle/>
          <a:p>
            <a:pPr algn="ctr" indent="0" marL="0">
              <a:buNone/>
            </a:pPr>
            <a:r>
              <a:rPr lang="en-US" sz="1600" b="1" dirty="0">
                <a:solidFill>
                  <a:srgbClr val="FFFFFF"/>
                </a:solidFill>
                <a:latin typeface="Arial" pitchFamily="34" charset="0"/>
                <a:ea typeface="Arial" pitchFamily="34" charset="-122"/>
                <a:cs typeface="Arial" pitchFamily="34" charset="-120"/>
              </a:rPr>
              <a:t>2</a:t>
            </a:r>
            <a:endParaRPr lang="en-US" sz="1600" dirty="0"/>
          </a:p>
        </p:txBody>
      </p:sp>
      <p:sp>
        <p:nvSpPr>
          <p:cNvPr id="13" name="Text 5"/>
          <p:cNvSpPr txBox="1"/>
          <p:nvPr>
            <p:ph idx="111" type="body" hasCustomPrompt="1"/>
          </p:nvPr>
        </p:nvSpPr>
        <p:spPr>
          <a:xfrm>
            <a:off x="3621024" y="2121408"/>
            <a:ext cx="2624328" cy="274320"/>
          </a:xfrm>
          <a:prstGeom prst="rect">
            <a:avLst/>
          </a:prstGeom>
          <a:noFill/>
          <a:ln/>
        </p:spPr>
        <p:txBody>
          <a:bodyPr wrap="square" rtlCol="0"/>
          <a:lstStyle>
            <a:lvl1pPr algn="l" indent="0" marL="0">
              <a:buNone/>
              <a:defRPr lang="en-US" sz="1050" b="1" spc="180" kern="0" dirty="0">
                <a:solidFill>
                  <a:srgbClr val="5B6670"/>
                </a:solidFill>
                <a:latin typeface="Arial" pitchFamily="34" charset="0"/>
                <a:ea typeface="Arial" pitchFamily="34" charset="-122"/>
                <a:cs typeface="Arial" pitchFamily="34" charset="-120"/>
              </a:defRPr>
            </a:lvl1pPr>
          </a:lstStyle>
          <a:p>
            <a:pPr algn="l" indent="0" marL="0">
              <a:buNone/>
            </a:pPr>
            <a:r>
              <a:rPr lang="en-US" sz="1050" b="1" spc="180" kern="0" dirty="0">
                <a:solidFill>
                  <a:srgbClr val="5B6670"/>
                </a:solidFill>
                <a:latin typeface="Arial" pitchFamily="34" charset="0"/>
                <a:ea typeface="Arial" pitchFamily="34" charset="-122"/>
                <a:cs typeface="Arial" pitchFamily="34" charset="-120"/>
              </a:rPr>
              <a:t>PHASE</a:t>
            </a:r>
            <a:endParaRPr lang="en-US" sz="1050" dirty="0"/>
          </a:p>
        </p:txBody>
      </p:sp>
      <p:sp>
        <p:nvSpPr>
          <p:cNvPr id="14" name="Text 5"/>
          <p:cNvSpPr txBox="1"/>
          <p:nvPr>
            <p:ph idx="112" type="body" hasCustomPrompt="1"/>
          </p:nvPr>
        </p:nvSpPr>
        <p:spPr>
          <a:xfrm>
            <a:off x="3621024" y="3145536"/>
            <a:ext cx="2487168" cy="548640"/>
          </a:xfrm>
          <a:prstGeom prst="rect">
            <a:avLst/>
          </a:prstGeom>
          <a:noFill/>
          <a:ln/>
        </p:spPr>
        <p:txBody>
          <a:bodyPr wrap="square" rtlCol="0"/>
          <a:lstStyle>
            <a:lvl1pPr algn="l" indent="0" marL="0">
              <a:buNone/>
              <a:defRPr lang="en-US" sz="1600" b="1" spc="-30" kern="0" dirty="0">
                <a:solidFill>
                  <a:srgbClr val="15181A"/>
                </a:solidFill>
                <a:latin typeface="Arial" pitchFamily="34" charset="0"/>
                <a:ea typeface="Arial" pitchFamily="34" charset="-122"/>
                <a:cs typeface="Arial" pitchFamily="34" charset="-120"/>
              </a:defRPr>
            </a:lvl1pPr>
          </a:lstStyle>
          <a:p>
            <a:pPr algn="l" indent="0" marL="0">
              <a:buNone/>
            </a:pPr>
            <a:r>
              <a:rPr lang="en-US" sz="1600" b="1" spc="-30" kern="0" dirty="0">
                <a:solidFill>
                  <a:srgbClr val="15181A"/>
                </a:solidFill>
                <a:latin typeface="Arial" pitchFamily="34" charset="0"/>
                <a:ea typeface="Arial" pitchFamily="34" charset="-122"/>
                <a:cs typeface="Arial" pitchFamily="34" charset="-120"/>
              </a:rPr>
              <a:t>Milestone</a:t>
            </a:r>
            <a:endParaRPr lang="en-US" sz="1600" dirty="0"/>
          </a:p>
        </p:txBody>
      </p:sp>
      <p:sp>
        <p:nvSpPr>
          <p:cNvPr id="15" name="Text 5"/>
          <p:cNvSpPr txBox="1"/>
          <p:nvPr>
            <p:ph idx="113" type="body" hasCustomPrompt="1"/>
          </p:nvPr>
        </p:nvSpPr>
        <p:spPr>
          <a:xfrm>
            <a:off x="3621024" y="3767328"/>
            <a:ext cx="2487168" cy="1645920"/>
          </a:xfrm>
          <a:prstGeom prst="rect">
            <a:avLst/>
          </a:prstGeom>
          <a:noFill/>
          <a:ln/>
        </p:spPr>
        <p:txBody>
          <a:bodyPr wrap="square" rtlCol="0"/>
          <a:lstStyle>
            <a:lvl1pPr algn="l" indent="0" marL="0">
              <a:buNone/>
              <a:defRPr lang="en-US" sz="1300" dirty="0">
                <a:solidFill>
                  <a:srgbClr val="5B6670"/>
                </a:solidFill>
                <a:latin typeface="Arial" pitchFamily="34" charset="0"/>
                <a:ea typeface="Arial" pitchFamily="34" charset="-122"/>
                <a:cs typeface="Arial" pitchFamily="34" charset="-120"/>
              </a:defRPr>
            </a:lvl1pPr>
          </a:lstStyle>
          <a:p>
            <a:pPr algn="l" indent="0" marL="0">
              <a:buNone/>
            </a:pPr>
            <a:r>
              <a:rPr lang="en-US" sz="1300" dirty="0">
                <a:solidFill>
                  <a:srgbClr val="5B6670"/>
                </a:solidFill>
                <a:latin typeface="Arial" pitchFamily="34" charset="0"/>
                <a:ea typeface="Arial" pitchFamily="34" charset="-122"/>
                <a:cs typeface="Arial" pitchFamily="34" charset="-120"/>
              </a:rPr>
              <a:t>What happens and who owns it.</a:t>
            </a:r>
            <a:endParaRPr lang="en-US" sz="1300" dirty="0"/>
          </a:p>
        </p:txBody>
      </p:sp>
      <p:sp>
        <p:nvSpPr>
          <p:cNvPr id="16" name="Shape 5"/>
          <p:cNvSpPr/>
          <p:nvPr/>
        </p:nvSpPr>
        <p:spPr>
          <a:xfrm>
            <a:off x="6528816" y="2450592"/>
            <a:ext cx="512064" cy="512064"/>
          </a:xfrm>
          <a:prstGeom prst="rect">
            <a:avLst/>
          </a:prstGeom>
          <a:solidFill>
            <a:srgbClr val="3C7D4D"/>
          </a:solidFill>
          <a:ln/>
        </p:spPr>
      </p:sp>
      <p:sp>
        <p:nvSpPr>
          <p:cNvPr id="17" name="Text 6"/>
          <p:cNvSpPr txBox="1"/>
          <p:nvPr/>
        </p:nvSpPr>
        <p:spPr>
          <a:xfrm>
            <a:off x="6528816" y="2450592"/>
            <a:ext cx="512064" cy="512064"/>
          </a:xfrm>
          <a:prstGeom prst="rect">
            <a:avLst/>
          </a:prstGeom>
          <a:noFill/>
          <a:ln/>
        </p:spPr>
        <p:txBody>
          <a:bodyPr wrap="square" lIns="0" tIns="0" rIns="0" bIns="0" rtlCol="0" anchor="ctr"/>
          <a:lstStyle/>
          <a:p>
            <a:pPr algn="ctr" indent="0" marL="0">
              <a:buNone/>
            </a:pPr>
            <a:r>
              <a:rPr lang="en-US" sz="1600" b="1" dirty="0">
                <a:solidFill>
                  <a:srgbClr val="FFFFFF"/>
                </a:solidFill>
                <a:latin typeface="Arial" pitchFamily="34" charset="0"/>
                <a:ea typeface="Arial" pitchFamily="34" charset="-122"/>
                <a:cs typeface="Arial" pitchFamily="34" charset="-120"/>
              </a:rPr>
              <a:t>3</a:t>
            </a:r>
            <a:endParaRPr lang="en-US" sz="1600" dirty="0"/>
          </a:p>
        </p:txBody>
      </p:sp>
      <p:sp>
        <p:nvSpPr>
          <p:cNvPr id="18" name="Text 7"/>
          <p:cNvSpPr txBox="1"/>
          <p:nvPr>
            <p:ph idx="116" type="body" hasCustomPrompt="1"/>
          </p:nvPr>
        </p:nvSpPr>
        <p:spPr>
          <a:xfrm>
            <a:off x="6510528" y="2121408"/>
            <a:ext cx="2624328" cy="274320"/>
          </a:xfrm>
          <a:prstGeom prst="rect">
            <a:avLst/>
          </a:prstGeom>
          <a:noFill/>
          <a:ln/>
        </p:spPr>
        <p:txBody>
          <a:bodyPr wrap="square" rtlCol="0"/>
          <a:lstStyle>
            <a:lvl1pPr algn="l" indent="0" marL="0">
              <a:buNone/>
              <a:defRPr lang="en-US" sz="1050" b="1" spc="180" kern="0" dirty="0">
                <a:solidFill>
                  <a:srgbClr val="5B6670"/>
                </a:solidFill>
                <a:latin typeface="Arial" pitchFamily="34" charset="0"/>
                <a:ea typeface="Arial" pitchFamily="34" charset="-122"/>
                <a:cs typeface="Arial" pitchFamily="34" charset="-120"/>
              </a:defRPr>
            </a:lvl1pPr>
          </a:lstStyle>
          <a:p>
            <a:pPr algn="l" indent="0" marL="0">
              <a:buNone/>
            </a:pPr>
            <a:r>
              <a:rPr lang="en-US" sz="1050" b="1" spc="180" kern="0" dirty="0">
                <a:solidFill>
                  <a:srgbClr val="5B6670"/>
                </a:solidFill>
                <a:latin typeface="Arial" pitchFamily="34" charset="0"/>
                <a:ea typeface="Arial" pitchFamily="34" charset="-122"/>
                <a:cs typeface="Arial" pitchFamily="34" charset="-120"/>
              </a:rPr>
              <a:t>PHASE</a:t>
            </a:r>
            <a:endParaRPr lang="en-US" sz="1050" dirty="0"/>
          </a:p>
        </p:txBody>
      </p:sp>
      <p:sp>
        <p:nvSpPr>
          <p:cNvPr id="19" name="Text 7"/>
          <p:cNvSpPr txBox="1"/>
          <p:nvPr>
            <p:ph idx="117" type="body" hasCustomPrompt="1"/>
          </p:nvPr>
        </p:nvSpPr>
        <p:spPr>
          <a:xfrm>
            <a:off x="6510528" y="3145536"/>
            <a:ext cx="2487168" cy="548640"/>
          </a:xfrm>
          <a:prstGeom prst="rect">
            <a:avLst/>
          </a:prstGeom>
          <a:noFill/>
          <a:ln/>
        </p:spPr>
        <p:txBody>
          <a:bodyPr wrap="square" rtlCol="0"/>
          <a:lstStyle>
            <a:lvl1pPr algn="l" indent="0" marL="0">
              <a:buNone/>
              <a:defRPr lang="en-US" sz="1600" b="1" spc="-30" kern="0" dirty="0">
                <a:solidFill>
                  <a:srgbClr val="15181A"/>
                </a:solidFill>
                <a:latin typeface="Arial" pitchFamily="34" charset="0"/>
                <a:ea typeface="Arial" pitchFamily="34" charset="-122"/>
                <a:cs typeface="Arial" pitchFamily="34" charset="-120"/>
              </a:defRPr>
            </a:lvl1pPr>
          </a:lstStyle>
          <a:p>
            <a:pPr algn="l" indent="0" marL="0">
              <a:buNone/>
            </a:pPr>
            <a:r>
              <a:rPr lang="en-US" sz="1600" b="1" spc="-30" kern="0" dirty="0">
                <a:solidFill>
                  <a:srgbClr val="15181A"/>
                </a:solidFill>
                <a:latin typeface="Arial" pitchFamily="34" charset="0"/>
                <a:ea typeface="Arial" pitchFamily="34" charset="-122"/>
                <a:cs typeface="Arial" pitchFamily="34" charset="-120"/>
              </a:rPr>
              <a:t>Milestone</a:t>
            </a:r>
            <a:endParaRPr lang="en-US" sz="1600" dirty="0"/>
          </a:p>
        </p:txBody>
      </p:sp>
      <p:sp>
        <p:nvSpPr>
          <p:cNvPr id="20" name="Text 7"/>
          <p:cNvSpPr txBox="1"/>
          <p:nvPr>
            <p:ph idx="118" type="body" hasCustomPrompt="1"/>
          </p:nvPr>
        </p:nvSpPr>
        <p:spPr>
          <a:xfrm>
            <a:off x="6510528" y="3767328"/>
            <a:ext cx="2487168" cy="1645920"/>
          </a:xfrm>
          <a:prstGeom prst="rect">
            <a:avLst/>
          </a:prstGeom>
          <a:noFill/>
          <a:ln/>
        </p:spPr>
        <p:txBody>
          <a:bodyPr wrap="square" rtlCol="0"/>
          <a:lstStyle>
            <a:lvl1pPr algn="l" indent="0" marL="0">
              <a:buNone/>
              <a:defRPr lang="en-US" sz="1300" dirty="0">
                <a:solidFill>
                  <a:srgbClr val="5B6670"/>
                </a:solidFill>
                <a:latin typeface="Arial" pitchFamily="34" charset="0"/>
                <a:ea typeface="Arial" pitchFamily="34" charset="-122"/>
                <a:cs typeface="Arial" pitchFamily="34" charset="-120"/>
              </a:defRPr>
            </a:lvl1pPr>
          </a:lstStyle>
          <a:p>
            <a:pPr algn="l" indent="0" marL="0">
              <a:buNone/>
            </a:pPr>
            <a:r>
              <a:rPr lang="en-US" sz="1300" dirty="0">
                <a:solidFill>
                  <a:srgbClr val="5B6670"/>
                </a:solidFill>
                <a:latin typeface="Arial" pitchFamily="34" charset="0"/>
                <a:ea typeface="Arial" pitchFamily="34" charset="-122"/>
                <a:cs typeface="Arial" pitchFamily="34" charset="-120"/>
              </a:rPr>
              <a:t>What happens and who owns it.</a:t>
            </a:r>
            <a:endParaRPr lang="en-US" sz="1300" dirty="0"/>
          </a:p>
        </p:txBody>
      </p:sp>
      <p:sp>
        <p:nvSpPr>
          <p:cNvPr id="21" name="Shape 7"/>
          <p:cNvSpPr/>
          <p:nvPr/>
        </p:nvSpPr>
        <p:spPr>
          <a:xfrm>
            <a:off x="9418320" y="2450592"/>
            <a:ext cx="512064" cy="512064"/>
          </a:xfrm>
          <a:prstGeom prst="rect">
            <a:avLst/>
          </a:prstGeom>
          <a:solidFill>
            <a:srgbClr val="3C7D4D"/>
          </a:solidFill>
          <a:ln/>
        </p:spPr>
      </p:sp>
      <p:sp>
        <p:nvSpPr>
          <p:cNvPr id="22" name="Text 8"/>
          <p:cNvSpPr txBox="1"/>
          <p:nvPr/>
        </p:nvSpPr>
        <p:spPr>
          <a:xfrm>
            <a:off x="9418320" y="2450592"/>
            <a:ext cx="512064" cy="512064"/>
          </a:xfrm>
          <a:prstGeom prst="rect">
            <a:avLst/>
          </a:prstGeom>
          <a:noFill/>
          <a:ln/>
        </p:spPr>
        <p:txBody>
          <a:bodyPr wrap="square" lIns="0" tIns="0" rIns="0" bIns="0" rtlCol="0" anchor="ctr"/>
          <a:lstStyle/>
          <a:p>
            <a:pPr algn="ctr" indent="0" marL="0">
              <a:buNone/>
            </a:pPr>
            <a:r>
              <a:rPr lang="en-US" sz="1600" b="1" dirty="0">
                <a:solidFill>
                  <a:srgbClr val="FFFFFF"/>
                </a:solidFill>
                <a:latin typeface="Arial" pitchFamily="34" charset="0"/>
                <a:ea typeface="Arial" pitchFamily="34" charset="-122"/>
                <a:cs typeface="Arial" pitchFamily="34" charset="-120"/>
              </a:rPr>
              <a:t>4</a:t>
            </a:r>
            <a:endParaRPr lang="en-US" sz="1600" dirty="0"/>
          </a:p>
        </p:txBody>
      </p:sp>
      <p:sp>
        <p:nvSpPr>
          <p:cNvPr id="23" name="Text 9"/>
          <p:cNvSpPr txBox="1"/>
          <p:nvPr>
            <p:ph idx="121" type="body" hasCustomPrompt="1"/>
          </p:nvPr>
        </p:nvSpPr>
        <p:spPr>
          <a:xfrm>
            <a:off x="9400032" y="2121408"/>
            <a:ext cx="2624328" cy="274320"/>
          </a:xfrm>
          <a:prstGeom prst="rect">
            <a:avLst/>
          </a:prstGeom>
          <a:noFill/>
          <a:ln/>
        </p:spPr>
        <p:txBody>
          <a:bodyPr wrap="square" rtlCol="0"/>
          <a:lstStyle>
            <a:lvl1pPr algn="l" indent="0" marL="0">
              <a:buNone/>
              <a:defRPr lang="en-US" sz="1050" b="1" spc="180" kern="0" dirty="0">
                <a:solidFill>
                  <a:srgbClr val="5B6670"/>
                </a:solidFill>
                <a:latin typeface="Arial" pitchFamily="34" charset="0"/>
                <a:ea typeface="Arial" pitchFamily="34" charset="-122"/>
                <a:cs typeface="Arial" pitchFamily="34" charset="-120"/>
              </a:defRPr>
            </a:lvl1pPr>
          </a:lstStyle>
          <a:p>
            <a:pPr algn="l" indent="0" marL="0">
              <a:buNone/>
            </a:pPr>
            <a:r>
              <a:rPr lang="en-US" sz="1050" b="1" spc="180" kern="0" dirty="0">
                <a:solidFill>
                  <a:srgbClr val="5B6670"/>
                </a:solidFill>
                <a:latin typeface="Arial" pitchFamily="34" charset="0"/>
                <a:ea typeface="Arial" pitchFamily="34" charset="-122"/>
                <a:cs typeface="Arial" pitchFamily="34" charset="-120"/>
              </a:rPr>
              <a:t>PHASE</a:t>
            </a:r>
            <a:endParaRPr lang="en-US" sz="1050" dirty="0"/>
          </a:p>
        </p:txBody>
      </p:sp>
      <p:sp>
        <p:nvSpPr>
          <p:cNvPr id="24" name="Text 9"/>
          <p:cNvSpPr txBox="1"/>
          <p:nvPr>
            <p:ph idx="122" type="body" hasCustomPrompt="1"/>
          </p:nvPr>
        </p:nvSpPr>
        <p:spPr>
          <a:xfrm>
            <a:off x="9400032" y="3145536"/>
            <a:ext cx="2487168" cy="548640"/>
          </a:xfrm>
          <a:prstGeom prst="rect">
            <a:avLst/>
          </a:prstGeom>
          <a:noFill/>
          <a:ln/>
        </p:spPr>
        <p:txBody>
          <a:bodyPr wrap="square" rtlCol="0"/>
          <a:lstStyle>
            <a:lvl1pPr algn="l" indent="0" marL="0">
              <a:buNone/>
              <a:defRPr lang="en-US" sz="1600" b="1" spc="-30" kern="0" dirty="0">
                <a:solidFill>
                  <a:srgbClr val="15181A"/>
                </a:solidFill>
                <a:latin typeface="Arial" pitchFamily="34" charset="0"/>
                <a:ea typeface="Arial" pitchFamily="34" charset="-122"/>
                <a:cs typeface="Arial" pitchFamily="34" charset="-120"/>
              </a:defRPr>
            </a:lvl1pPr>
          </a:lstStyle>
          <a:p>
            <a:pPr algn="l" indent="0" marL="0">
              <a:buNone/>
            </a:pPr>
            <a:r>
              <a:rPr lang="en-US" sz="1600" b="1" spc="-30" kern="0" dirty="0">
                <a:solidFill>
                  <a:srgbClr val="15181A"/>
                </a:solidFill>
                <a:latin typeface="Arial" pitchFamily="34" charset="0"/>
                <a:ea typeface="Arial" pitchFamily="34" charset="-122"/>
                <a:cs typeface="Arial" pitchFamily="34" charset="-120"/>
              </a:rPr>
              <a:t>Milestone</a:t>
            </a:r>
            <a:endParaRPr lang="en-US" sz="1600" dirty="0"/>
          </a:p>
        </p:txBody>
      </p:sp>
      <p:sp>
        <p:nvSpPr>
          <p:cNvPr id="25" name="Text 9"/>
          <p:cNvSpPr txBox="1"/>
          <p:nvPr>
            <p:ph idx="123" type="body" hasCustomPrompt="1"/>
          </p:nvPr>
        </p:nvSpPr>
        <p:spPr>
          <a:xfrm>
            <a:off x="9400032" y="3767328"/>
            <a:ext cx="2487168" cy="1645920"/>
          </a:xfrm>
          <a:prstGeom prst="rect">
            <a:avLst/>
          </a:prstGeom>
          <a:noFill/>
          <a:ln/>
        </p:spPr>
        <p:txBody>
          <a:bodyPr wrap="square" rtlCol="0"/>
          <a:lstStyle>
            <a:lvl1pPr algn="l" indent="0" marL="0">
              <a:buNone/>
              <a:defRPr lang="en-US" sz="1300" dirty="0">
                <a:solidFill>
                  <a:srgbClr val="5B6670"/>
                </a:solidFill>
                <a:latin typeface="Arial" pitchFamily="34" charset="0"/>
                <a:ea typeface="Arial" pitchFamily="34" charset="-122"/>
                <a:cs typeface="Arial" pitchFamily="34" charset="-120"/>
              </a:defRPr>
            </a:lvl1pPr>
          </a:lstStyle>
          <a:p>
            <a:pPr algn="l" indent="0" marL="0">
              <a:buNone/>
            </a:pPr>
            <a:r>
              <a:rPr lang="en-US" sz="1300" dirty="0">
                <a:solidFill>
                  <a:srgbClr val="5B6670"/>
                </a:solidFill>
                <a:latin typeface="Arial" pitchFamily="34" charset="0"/>
                <a:ea typeface="Arial" pitchFamily="34" charset="-122"/>
                <a:cs typeface="Arial" pitchFamily="34" charset="-120"/>
              </a:rPr>
              <a:t>What happens and who owns it.</a:t>
            </a:r>
            <a:endParaRPr lang="en-US" sz="1300" dirty="0"/>
          </a:p>
        </p:txBody>
      </p:sp>
      <p:sp>
        <p:nvSpPr>
          <p:cNvPr id="26" name="Text 9"/>
          <p:cNvSpPr txBox="1"/>
          <p:nvPr>
            <p:ph idx="124" type="body" hasCustomPrompt="1"/>
          </p:nvPr>
        </p:nvSpPr>
        <p:spPr>
          <a:xfrm>
            <a:off x="731520" y="6364224"/>
            <a:ext cx="7863840" cy="237744"/>
          </a:xfrm>
          <a:prstGeom prst="rect">
            <a:avLst/>
          </a:prstGeom>
          <a:noFill/>
          <a:ln/>
        </p:spPr>
        <p:txBody>
          <a:bodyPr wrap="square" rtlCol="0"/>
          <a:lstStyle>
            <a:lvl1pPr algn="l" indent="0" marL="0">
              <a:buNone/>
              <a:defRPr lang="en-US" sz="900" dirty="0">
                <a:solidFill>
                  <a:srgbClr val="5B6670"/>
                </a:solidFill>
                <a:latin typeface="Arial" pitchFamily="34" charset="0"/>
                <a:ea typeface="Arial" pitchFamily="34" charset="-122"/>
                <a:cs typeface="Arial" pitchFamily="34" charset="-120"/>
              </a:defRPr>
            </a:lvl1pPr>
          </a:lstStyle>
          <a:p>
            <a:pPr algn="l" indent="0" marL="0">
              <a:buNone/>
            </a:pPr>
            <a:r>
              <a:rPr lang="en-US" sz="900" dirty="0">
                <a:solidFill>
                  <a:srgbClr val="5B6670"/>
                </a:solidFill>
                <a:latin typeface="Arial" pitchFamily="34" charset="0"/>
                <a:ea typeface="Arial" pitchFamily="34" charset="-122"/>
                <a:cs typeface="Arial" pitchFamily="34" charset="-120"/>
              </a:rPr>
              <a:t>Source: </a:t>
            </a:r>
            <a:endParaRPr lang="en-US" sz="900" dirty="0"/>
          </a:p>
        </p:txBody>
      </p:sp>
      <p:pic>
        <p:nvPicPr>
          <p:cNvPr id="27" name="Image 0" descr="brand/logo_h.png">    </p:cNvPr>
          <p:cNvPicPr>
            <a:picLocks noChangeAspect="1"/>
          </p:cNvPicPr>
          <p:nvPr/>
        </p:nvPicPr>
        <p:blipFill>
          <a:blip r:embed="rId1"/>
          <a:stretch>
            <a:fillRect/>
          </a:stretch>
        </p:blipFill>
        <p:spPr>
          <a:xfrm>
            <a:off x="10625328" y="6272784"/>
            <a:ext cx="1325880" cy="447932"/>
          </a:xfrm>
          <a:prstGeom prst="rect">
            <a:avLst/>
          </a:prstGeom>
        </p:spPr>
      </p:pic>
      <p:sp>
        <p:nvSpPr>
          <p:cNvPr id="25" name="Slide Number Placeholder 0"/>
          <p:cNvSpPr>
            <a:spLocks noGrp="1"/>
          </p:cNvSpPr>
          <p:nvPr>
            <p:ph type="sldNum" sz="quarter" idx="4294967295"/>
          </p:nvPr>
        </p:nvSpPr>
        <p:spPr>
          <a:xfrm>
            <a:off x="9555480" y="6364224"/>
            <a:ext cx="82296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670"/>
                </a:solidFill>
                <a:latin typeface="Arial"/>
                <a:ea typeface="Arial"/>
                <a:cs typeface="Arial"/>
              </a:defRPr>
            </a:lvl1pPr>
          </a:lstStyle>
          <a:p>
            <a:pPr algn="r"/>
            <a:fld id="{F7021451-1387-4CA6-816F-3879F97B5CBC}" type="slidenum">
              <a:rPr b="0" lang="en-US"/>
              <a:t>1012</a:t>
            </a:fld>
            <a:endParaRPr lang="en-US"/>
          </a:p>
        </p:txBody>
      </p:sp>
    </p:spTree>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p:cSld name="KEY_MESSAGE">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pic>
        <p:nvPicPr>
          <p:cNvPr id="2" name="Image 0" descr="brand/logo_h_rev.png">    </p:cNvPr>
          <p:cNvPicPr>
            <a:picLocks noChangeAspect="1"/>
          </p:cNvPicPr>
          <p:nvPr/>
        </p:nvPicPr>
        <p:blipFill>
          <a:blip r:embed="rId1"/>
          <a:stretch>
            <a:fillRect/>
          </a:stretch>
        </p:blipFill>
        <p:spPr>
          <a:xfrm>
            <a:off x="10625328" y="6272784"/>
            <a:ext cx="1325880" cy="447932"/>
          </a:xfrm>
          <a:prstGeom prst="rect">
            <a:avLst/>
          </a:prstGeom>
        </p:spPr>
      </p:pic>
      <p:sp>
        <p:nvSpPr>
          <p:cNvPr id="3" name="Text 0"/>
          <p:cNvSpPr txBox="1"/>
          <p:nvPr>
            <p:ph idx="101" type="body" hasCustomPrompt="1"/>
          </p:nvPr>
        </p:nvSpPr>
        <p:spPr>
          <a:xfrm>
            <a:off x="1051560" y="2139696"/>
            <a:ext cx="8229600" cy="274320"/>
          </a:xfrm>
          <a:prstGeom prst="rect">
            <a:avLst/>
          </a:prstGeom>
          <a:noFill/>
          <a:ln/>
        </p:spPr>
        <p:txBody>
          <a:bodyPr wrap="square" rtlCol="0"/>
          <a:lstStyle>
            <a:lvl1pPr algn="l" indent="0" marL="0">
              <a:buNone/>
              <a:defRPr lang="en-US" sz="1100" b="1" spc="340" kern="0" dirty="0">
                <a:solidFill>
                  <a:srgbClr val="A9D9BF"/>
                </a:solidFill>
                <a:latin typeface="Arial" pitchFamily="34" charset="0"/>
                <a:ea typeface="Arial" pitchFamily="34" charset="-122"/>
                <a:cs typeface="Arial" pitchFamily="34" charset="-120"/>
              </a:defRPr>
            </a:lvl1pPr>
          </a:lstStyle>
          <a:p>
            <a:pPr algn="l" indent="0" marL="0">
              <a:buNone/>
            </a:pPr>
            <a:r>
              <a:rPr lang="en-US" sz="1100" b="1" spc="340" kern="0" dirty="0">
                <a:solidFill>
                  <a:srgbClr val="A9D9BF"/>
                </a:solidFill>
                <a:latin typeface="Arial" pitchFamily="34" charset="0"/>
                <a:ea typeface="Arial" pitchFamily="34" charset="-122"/>
                <a:cs typeface="Arial" pitchFamily="34" charset="-120"/>
              </a:rPr>
              <a:t>THE POINT</a:t>
            </a:r>
            <a:endParaRPr lang="en-US" sz="1100" dirty="0"/>
          </a:p>
        </p:txBody>
      </p:sp>
      <p:sp>
        <p:nvSpPr>
          <p:cNvPr id="4" name="Shape 0"/>
          <p:cNvSpPr/>
          <p:nvPr/>
        </p:nvSpPr>
        <p:spPr>
          <a:xfrm>
            <a:off x="1051560" y="2615184"/>
            <a:ext cx="777240" cy="50292"/>
          </a:xfrm>
          <a:prstGeom prst="rect">
            <a:avLst/>
          </a:prstGeom>
          <a:solidFill>
            <a:srgbClr val="F2A900"/>
          </a:solidFill>
          <a:ln/>
        </p:spPr>
      </p:sp>
      <p:sp>
        <p:nvSpPr>
          <p:cNvPr id="5" name="Text 1"/>
          <p:cNvSpPr txBox="1"/>
          <p:nvPr>
            <p:ph idx="103" type="title" hasCustomPrompt="1"/>
          </p:nvPr>
        </p:nvSpPr>
        <p:spPr>
          <a:xfrm>
            <a:off x="1051560" y="2944368"/>
            <a:ext cx="9966960" cy="1691640"/>
          </a:xfrm>
          <a:prstGeom prst="rect">
            <a:avLst/>
          </a:prstGeom>
          <a:noFill/>
          <a:ln/>
        </p:spPr>
        <p:txBody>
          <a:bodyPr wrap="square" rtlCol="0"/>
          <a:lstStyle>
            <a:lvl1pPr algn="l" indent="0" marL="0">
              <a:buNone/>
              <a:defRPr lang="en-US" sz="3600" b="1" spc="-70" kern="0" dirty="0">
                <a:solidFill>
                  <a:srgbClr val="FFFFFF"/>
                </a:solidFill>
                <a:latin typeface="Arial" pitchFamily="34" charset="0"/>
                <a:ea typeface="Arial" pitchFamily="34" charset="-122"/>
                <a:cs typeface="Arial" pitchFamily="34" charset="-120"/>
              </a:defRPr>
            </a:lvl1pPr>
          </a:lstStyle>
          <a:p>
            <a:pPr algn="l" indent="0" marL="0">
              <a:buNone/>
            </a:pPr>
            <a:r>
              <a:rPr lang="en-US" sz="3600" b="1" spc="-70" kern="0" dirty="0">
                <a:solidFill>
                  <a:srgbClr val="FFFFFF"/>
                </a:solidFill>
                <a:latin typeface="Arial" pitchFamily="34" charset="0"/>
                <a:ea typeface="Arial" pitchFamily="34" charset="-122"/>
                <a:cs typeface="Arial" pitchFamily="34" charset="-120"/>
              </a:rPr>
              <a:t>One sentence that carries the whole argument.</a:t>
            </a:r>
            <a:endParaRPr lang="en-US" sz="3600" dirty="0"/>
          </a:p>
        </p:txBody>
      </p:sp>
      <p:sp>
        <p:nvSpPr>
          <p:cNvPr id="6" name="Text 1"/>
          <p:cNvSpPr txBox="1"/>
          <p:nvPr>
            <p:ph idx="104" type="body" hasCustomPrompt="1"/>
          </p:nvPr>
        </p:nvSpPr>
        <p:spPr>
          <a:xfrm>
            <a:off x="1051560" y="4809744"/>
            <a:ext cx="8595360" cy="731520"/>
          </a:xfrm>
          <a:prstGeom prst="rect">
            <a:avLst/>
          </a:prstGeom>
          <a:noFill/>
          <a:ln/>
        </p:spPr>
        <p:txBody>
          <a:bodyPr wrap="square" rtlCol="0"/>
          <a:lstStyle>
            <a:lvl1pPr algn="l" indent="0" marL="0">
              <a:buNone/>
              <a:defRPr lang="en-US" sz="1500" dirty="0">
                <a:solidFill>
                  <a:srgbClr val="E4EFE8"/>
                </a:solidFill>
                <a:latin typeface="Arial" pitchFamily="34" charset="0"/>
                <a:ea typeface="Arial" pitchFamily="34" charset="-122"/>
                <a:cs typeface="Arial" pitchFamily="34" charset="-120"/>
              </a:defRPr>
            </a:lvl1pPr>
          </a:lstStyle>
          <a:p>
            <a:pPr algn="l" indent="0" marL="0">
              <a:buNone/>
            </a:pPr>
            <a:r>
              <a:rPr lang="en-US" sz="1500" dirty="0">
                <a:solidFill>
                  <a:srgbClr val="E4EFE8"/>
                </a:solidFill>
                <a:latin typeface="Arial" pitchFamily="34" charset="0"/>
                <a:ea typeface="Arial" pitchFamily="34" charset="-122"/>
                <a:cs typeface="Arial" pitchFamily="34" charset="-120"/>
              </a:rPr>
              <a:t>Short support, or the ask.</a:t>
            </a:r>
            <a:endParaRPr lang="en-US" sz="1500" dirty="0"/>
          </a:p>
        </p:txBody>
      </p:sp>
    </p:spTree>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p:cSld name="NEXT_STEPS">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2" name="Text 0"/>
          <p:cNvSpPr txBox="1"/>
          <p:nvPr>
            <p:ph idx="100" type="body" hasCustomPrompt="1"/>
          </p:nvPr>
        </p:nvSpPr>
        <p:spPr>
          <a:xfrm>
            <a:off x="731520" y="548640"/>
            <a:ext cx="10728655" cy="237744"/>
          </a:xfrm>
          <a:prstGeom prst="rect">
            <a:avLst/>
          </a:prstGeom>
          <a:noFill/>
          <a:ln/>
        </p:spPr>
        <p:txBody>
          <a:bodyPr wrap="square" rtlCol="0"/>
          <a:lstStyle>
            <a:lvl1pPr algn="l" indent="0" marL="0">
              <a:buNone/>
              <a:defRPr lang="en-US" sz="1100" b="1" spc="300" kern="0" dirty="0">
                <a:solidFill>
                  <a:srgbClr val="3C7D4D"/>
                </a:solidFill>
                <a:latin typeface="Arial" pitchFamily="34" charset="0"/>
                <a:ea typeface="Arial" pitchFamily="34" charset="-122"/>
                <a:cs typeface="Arial" pitchFamily="34" charset="-120"/>
              </a:defRPr>
            </a:lvl1pPr>
          </a:lstStyle>
          <a:p>
            <a:pPr algn="l" indent="0" marL="0">
              <a:buNone/>
            </a:pPr>
            <a:r>
              <a:rPr lang="en-US" sz="1100" b="1" spc="300" kern="0" dirty="0">
                <a:solidFill>
                  <a:srgbClr val="3C7D4D"/>
                </a:solidFill>
                <a:latin typeface="Arial" pitchFamily="34" charset="0"/>
                <a:ea typeface="Arial" pitchFamily="34" charset="-122"/>
                <a:cs typeface="Arial" pitchFamily="34" charset="-120"/>
              </a:rPr>
              <a:t>CATEGORY</a:t>
            </a:r>
            <a:endParaRPr lang="en-US" sz="1100" dirty="0"/>
          </a:p>
        </p:txBody>
      </p:sp>
      <p:sp>
        <p:nvSpPr>
          <p:cNvPr id="3" name="Text 0"/>
          <p:cNvSpPr txBox="1"/>
          <p:nvPr>
            <p:ph idx="101" type="title" hasCustomPrompt="1"/>
          </p:nvPr>
        </p:nvSpPr>
        <p:spPr>
          <a:xfrm>
            <a:off x="731520" y="822960"/>
            <a:ext cx="10058400" cy="713232"/>
          </a:xfrm>
          <a:prstGeom prst="rect">
            <a:avLst/>
          </a:prstGeom>
          <a:noFill/>
          <a:ln/>
        </p:spPr>
        <p:txBody>
          <a:bodyPr wrap="square" rtlCol="0"/>
          <a:lstStyle>
            <a:lvl1pPr algn="l" indent="0" marL="0">
              <a:buNone/>
              <a:defRPr lang="en-US" sz="3400" b="1" spc="-60" kern="0" dirty="0">
                <a:solidFill>
                  <a:srgbClr val="15181A"/>
                </a:solidFill>
                <a:latin typeface="Arial" pitchFamily="34" charset="0"/>
                <a:ea typeface="Arial" pitchFamily="34" charset="-122"/>
                <a:cs typeface="Arial" pitchFamily="34" charset="-120"/>
              </a:defRPr>
            </a:lvl1pPr>
          </a:lstStyle>
          <a:p>
            <a:pPr algn="l" indent="0" marL="0">
              <a:buNone/>
            </a:pPr>
            <a:r>
              <a:rPr lang="en-US" sz="3400" b="1" spc="-60" kern="0" dirty="0">
                <a:solidFill>
                  <a:srgbClr val="15181A"/>
                </a:solidFill>
                <a:latin typeface="Arial" pitchFamily="34" charset="0"/>
                <a:ea typeface="Arial" pitchFamily="34" charset="-122"/>
                <a:cs typeface="Arial" pitchFamily="34" charset="-120"/>
              </a:rPr>
              <a:t>Next steps</a:t>
            </a:r>
            <a:endParaRPr lang="en-US" sz="3400" dirty="0"/>
          </a:p>
        </p:txBody>
      </p:sp>
      <p:sp>
        <p:nvSpPr>
          <p:cNvPr id="4" name="Text 0"/>
          <p:cNvSpPr txBox="1"/>
          <p:nvPr>
            <p:ph idx="102" type="body" hasCustomPrompt="1"/>
          </p:nvPr>
        </p:nvSpPr>
        <p:spPr>
          <a:xfrm>
            <a:off x="731520" y="1591056"/>
            <a:ext cx="10728655" cy="420624"/>
          </a:xfrm>
          <a:prstGeom prst="rect">
            <a:avLst/>
          </a:prstGeom>
          <a:noFill/>
          <a:ln/>
        </p:spPr>
        <p:txBody>
          <a:bodyPr wrap="square" rtlCol="0"/>
          <a:lstStyle>
            <a:lvl1pPr algn="l" indent="0" marL="0">
              <a:buNone/>
              <a:defRPr lang="en-US" sz="1600" b="1" dirty="0">
                <a:solidFill>
                  <a:srgbClr val="3C7D4D"/>
                </a:solidFill>
                <a:latin typeface="Arial" pitchFamily="34" charset="0"/>
                <a:ea typeface="Arial" pitchFamily="34" charset="-122"/>
                <a:cs typeface="Arial" pitchFamily="34" charset="-120"/>
              </a:defRPr>
            </a:lvl1pPr>
          </a:lstStyle>
          <a:p>
            <a:pPr algn="l" indent="0" marL="0">
              <a:buNone/>
            </a:pPr>
            <a:r>
              <a:rPr lang="en-US" sz="1600" b="1" dirty="0">
                <a:solidFill>
                  <a:srgbClr val="3C7D4D"/>
                </a:solidFill>
                <a:latin typeface="Arial" pitchFamily="34" charset="0"/>
                <a:ea typeface="Arial" pitchFamily="34" charset="-122"/>
                <a:cs typeface="Arial" pitchFamily="34" charset="-120"/>
              </a:rPr>
              <a:t>What we need decided today.</a:t>
            </a:r>
            <a:endParaRPr lang="en-US" sz="1600" dirty="0"/>
          </a:p>
        </p:txBody>
      </p:sp>
      <p:sp>
        <p:nvSpPr>
          <p:cNvPr id="5" name="Text 0"/>
          <p:cNvSpPr/>
          <p:nvPr>
            <p:ph idx="103" type="body" hasCustomPrompt="1"/>
          </p:nvPr>
        </p:nvSpPr>
        <p:spPr>
          <a:xfrm>
            <a:off x="731520" y="2121408"/>
            <a:ext cx="10728655" cy="3913632"/>
          </a:xfrm>
          <a:prstGeom prst="rect">
            <a:avLst/>
          </a:prstGeom>
          <a:noFill/>
          <a:ln/>
        </p:spPr>
        <p:txBody>
          <a:bodyPr wrap="square" rtlCol="0"/>
          <a:lstStyle>
            <a:lvl1pPr indent="0" marL="0">
              <a:buNone/>
              <a:defRPr lang="en-US" dirty="0"/>
            </a:lvl1pPr>
          </a:lstStyle>
          <a:p>
            <a:pPr indent="0" marL="0">
              <a:buNone/>
            </a:pPr>
            <a:r>
              <a:rPr lang="en-US" dirty="0">
                <a:solidFill>
                  <a:srgbClr val="000000"/>
                </a:solidFill>
              </a:rPr>
              <a:t> </a:t>
            </a:r>
            <a:endParaRPr lang="en-US" dirty="0"/>
          </a:p>
        </p:txBody>
      </p:sp>
      <p:sp>
        <p:nvSpPr>
          <p:cNvPr id="6" name="Text 0"/>
          <p:cNvSpPr txBox="1"/>
          <p:nvPr>
            <p:ph idx="104" type="body" hasCustomPrompt="1"/>
          </p:nvPr>
        </p:nvSpPr>
        <p:spPr>
          <a:xfrm>
            <a:off x="731520" y="6364224"/>
            <a:ext cx="7863840" cy="237744"/>
          </a:xfrm>
          <a:prstGeom prst="rect">
            <a:avLst/>
          </a:prstGeom>
          <a:noFill/>
          <a:ln/>
        </p:spPr>
        <p:txBody>
          <a:bodyPr wrap="square" rtlCol="0"/>
          <a:lstStyle>
            <a:lvl1pPr algn="l" indent="0" marL="0">
              <a:buNone/>
              <a:defRPr lang="en-US" sz="900" dirty="0">
                <a:solidFill>
                  <a:srgbClr val="5B6670"/>
                </a:solidFill>
                <a:latin typeface="Arial" pitchFamily="34" charset="0"/>
                <a:ea typeface="Arial" pitchFamily="34" charset="-122"/>
                <a:cs typeface="Arial" pitchFamily="34" charset="-120"/>
              </a:defRPr>
            </a:lvl1pPr>
          </a:lstStyle>
          <a:p>
            <a:pPr algn="l" indent="0" marL="0">
              <a:buNone/>
            </a:pPr>
            <a:r>
              <a:rPr lang="en-US" sz="900" dirty="0">
                <a:solidFill>
                  <a:srgbClr val="5B6670"/>
                </a:solidFill>
                <a:latin typeface="Arial" pitchFamily="34" charset="0"/>
                <a:ea typeface="Arial" pitchFamily="34" charset="-122"/>
                <a:cs typeface="Arial" pitchFamily="34" charset="-120"/>
              </a:rPr>
              <a:t>Source: </a:t>
            </a:r>
            <a:endParaRPr lang="en-US" sz="900" dirty="0"/>
          </a:p>
        </p:txBody>
      </p:sp>
      <p:pic>
        <p:nvPicPr>
          <p:cNvPr id="7" name="Image 0" descr="brand/logo_h.png">    </p:cNvPr>
          <p:cNvPicPr>
            <a:picLocks noChangeAspect="1"/>
          </p:cNvPicPr>
          <p:nvPr/>
        </p:nvPicPr>
        <p:blipFill>
          <a:blip r:embed="rId1"/>
          <a:stretch>
            <a:fillRect/>
          </a:stretch>
        </p:blipFill>
        <p:spPr>
          <a:xfrm>
            <a:off x="10625328" y="6272784"/>
            <a:ext cx="1325880" cy="447932"/>
          </a:xfrm>
          <a:prstGeom prst="rect">
            <a:avLst/>
          </a:prstGeom>
        </p:spPr>
      </p:pic>
      <p:sp>
        <p:nvSpPr>
          <p:cNvPr id="25" name="Slide Number Placeholder 0"/>
          <p:cNvSpPr>
            <a:spLocks noGrp="1"/>
          </p:cNvSpPr>
          <p:nvPr>
            <p:ph type="sldNum" sz="quarter" idx="4294967295"/>
          </p:nvPr>
        </p:nvSpPr>
        <p:spPr>
          <a:xfrm>
            <a:off x="9555480" y="6364224"/>
            <a:ext cx="82296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670"/>
                </a:solidFill>
                <a:latin typeface="Arial"/>
                <a:ea typeface="Arial"/>
                <a:cs typeface="Arial"/>
              </a:defRPr>
            </a:lvl1pPr>
          </a:lstStyle>
          <a:p>
            <a:pPr algn="r"/>
            <a:fld id="{F7021451-1387-4CA6-816F-3879F97B5CBC}" type="slidenum">
              <a:rPr b="0" lang="en-US"/>
              <a:t>1014</a:t>
            </a:fld>
            <a:endParaRPr lang="en-US"/>
          </a:p>
        </p:txBody>
      </p:sp>
    </p:spTree>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p:cSld name="CLOSING">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pic>
        <p:nvPicPr>
          <p:cNvPr id="2" name="Image 0" descr="brand/logo_h_rev.png">    </p:cNvPr>
          <p:cNvPicPr>
            <a:picLocks noChangeAspect="1"/>
          </p:cNvPicPr>
          <p:nvPr/>
        </p:nvPicPr>
        <p:blipFill>
          <a:blip r:embed="rId1"/>
          <a:stretch>
            <a:fillRect/>
          </a:stretch>
        </p:blipFill>
        <p:spPr>
          <a:xfrm>
            <a:off x="731520" y="694944"/>
            <a:ext cx="2377440" cy="803189"/>
          </a:xfrm>
          <a:prstGeom prst="rect">
            <a:avLst/>
          </a:prstGeom>
        </p:spPr>
      </p:pic>
      <p:sp>
        <p:nvSpPr>
          <p:cNvPr id="3" name="Shape 0"/>
          <p:cNvSpPr/>
          <p:nvPr/>
        </p:nvSpPr>
        <p:spPr>
          <a:xfrm>
            <a:off x="731520" y="3054096"/>
            <a:ext cx="777240" cy="50292"/>
          </a:xfrm>
          <a:prstGeom prst="rect">
            <a:avLst/>
          </a:prstGeom>
          <a:solidFill>
            <a:srgbClr val="F2A900"/>
          </a:solidFill>
          <a:ln/>
        </p:spPr>
      </p:sp>
      <p:sp>
        <p:nvSpPr>
          <p:cNvPr id="4" name="Text 1"/>
          <p:cNvSpPr txBox="1"/>
          <p:nvPr>
            <p:ph idx="102" type="title" hasCustomPrompt="1"/>
          </p:nvPr>
        </p:nvSpPr>
        <p:spPr>
          <a:xfrm>
            <a:off x="731520" y="3364992"/>
            <a:ext cx="6949440" cy="896112"/>
          </a:xfrm>
          <a:prstGeom prst="rect">
            <a:avLst/>
          </a:prstGeom>
          <a:noFill/>
          <a:ln/>
        </p:spPr>
        <p:txBody>
          <a:bodyPr wrap="square" rtlCol="0"/>
          <a:lstStyle>
            <a:lvl1pPr algn="l" indent="0" marL="0">
              <a:buNone/>
              <a:defRPr lang="en-US" sz="3600" b="1" spc="-70" kern="0" dirty="0">
                <a:solidFill>
                  <a:srgbClr val="FFFFFF"/>
                </a:solidFill>
                <a:latin typeface="Arial" pitchFamily="34" charset="0"/>
                <a:ea typeface="Arial" pitchFamily="34" charset="-122"/>
                <a:cs typeface="Arial" pitchFamily="34" charset="-120"/>
              </a:defRPr>
            </a:lvl1pPr>
          </a:lstStyle>
          <a:p>
            <a:pPr algn="l" indent="0" marL="0">
              <a:buNone/>
            </a:pPr>
            <a:r>
              <a:rPr lang="en-US" sz="3600" b="1" spc="-70" kern="0" dirty="0">
                <a:solidFill>
                  <a:srgbClr val="FFFFFF"/>
                </a:solidFill>
                <a:latin typeface="Arial" pitchFamily="34" charset="0"/>
                <a:ea typeface="Arial" pitchFamily="34" charset="-122"/>
                <a:cs typeface="Arial" pitchFamily="34" charset="-120"/>
              </a:rPr>
              <a:t>What we decided</a:t>
            </a:r>
            <a:endParaRPr lang="en-US" sz="3600" dirty="0"/>
          </a:p>
        </p:txBody>
      </p:sp>
      <p:sp>
        <p:nvSpPr>
          <p:cNvPr id="5" name="Text 1"/>
          <p:cNvSpPr txBox="1"/>
          <p:nvPr>
            <p:ph idx="103" type="body" hasCustomPrompt="1"/>
          </p:nvPr>
        </p:nvSpPr>
        <p:spPr>
          <a:xfrm>
            <a:off x="731520" y="4334256"/>
            <a:ext cx="6949440" cy="1188720"/>
          </a:xfrm>
          <a:prstGeom prst="rect">
            <a:avLst/>
          </a:prstGeom>
          <a:noFill/>
          <a:ln/>
        </p:spPr>
        <p:txBody>
          <a:bodyPr wrap="square" rtlCol="0"/>
          <a:lstStyle>
            <a:lvl1pPr algn="l" indent="0" marL="0">
              <a:buNone/>
              <a:defRPr lang="en-US" sz="1500" dirty="0">
                <a:solidFill>
                  <a:srgbClr val="E4EFE8"/>
                </a:solidFill>
                <a:latin typeface="Arial" pitchFamily="34" charset="0"/>
                <a:ea typeface="Arial" pitchFamily="34" charset="-122"/>
                <a:cs typeface="Arial" pitchFamily="34" charset="-120"/>
              </a:defRPr>
            </a:lvl1pPr>
          </a:lstStyle>
          <a:p>
            <a:pPr algn="l" indent="0" marL="0">
              <a:buNone/>
            </a:pPr>
            <a:r>
              <a:rPr lang="en-US" sz="1500" dirty="0">
                <a:solidFill>
                  <a:srgbClr val="E4EFE8"/>
                </a:solidFill>
                <a:latin typeface="Arial" pitchFamily="34" charset="0"/>
                <a:ea typeface="Arial" pitchFamily="34" charset="-122"/>
                <a:cs typeface="Arial" pitchFamily="34" charset="-120"/>
              </a:rPr>
              <a:t>Decision, owner, and date.</a:t>
            </a:r>
            <a:endParaRPr lang="en-US" sz="1500" dirty="0"/>
          </a:p>
        </p:txBody>
      </p:sp>
      <p:sp>
        <p:nvSpPr>
          <p:cNvPr id="6" name="Text 1"/>
          <p:cNvSpPr txBox="1"/>
          <p:nvPr>
            <p:ph idx="104" type="body" hasCustomPrompt="1"/>
          </p:nvPr>
        </p:nvSpPr>
        <p:spPr>
          <a:xfrm>
            <a:off x="731520" y="5961888"/>
            <a:ext cx="6949440" cy="310896"/>
          </a:xfrm>
          <a:prstGeom prst="rect">
            <a:avLst/>
          </a:prstGeom>
          <a:noFill/>
          <a:ln/>
        </p:spPr>
        <p:txBody>
          <a:bodyPr wrap="square" rtlCol="0"/>
          <a:lstStyle>
            <a:lvl1pPr algn="l" indent="0" marL="0">
              <a:buNone/>
              <a:defRPr lang="en-US" sz="1150" spc="80" kern="0" dirty="0">
                <a:solidFill>
                  <a:srgbClr val="C3DACB"/>
                </a:solidFill>
                <a:latin typeface="Arial" pitchFamily="34" charset="0"/>
                <a:ea typeface="Arial" pitchFamily="34" charset="-122"/>
                <a:cs typeface="Arial" pitchFamily="34" charset="-120"/>
              </a:defRPr>
            </a:lvl1pPr>
          </a:lstStyle>
          <a:p>
            <a:pPr algn="l" indent="0" marL="0">
              <a:buNone/>
            </a:pPr>
            <a:r>
              <a:rPr lang="en-US" sz="1150" spc="80" kern="0" dirty="0">
                <a:solidFill>
                  <a:srgbClr val="C3DACB"/>
                </a:solidFill>
                <a:latin typeface="Arial" pitchFamily="34" charset="0"/>
                <a:ea typeface="Arial" pitchFamily="34" charset="-122"/>
                <a:cs typeface="Arial" pitchFamily="34" charset="-120"/>
              </a:rPr>
              <a:t>Name  |  Title  |  email@steelking.com</a:t>
            </a:r>
            <a:endParaRPr lang="en-US" sz="1150" dirty="0"/>
          </a:p>
        </p:txBody>
      </p:sp>
    </p:spTree>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preserve="1">
  <p:cSld name="COVER_MASCOT">
    <p:bg>
      <p:bgPr>
        <a:blipFill dpi="0" rotWithShape="1">
          <a:blip r:embed="rId3">
            <a:lum/>
          </a:blip>
          <a:srcRect/>
          <a:stretch>
            <a:fillRect/>
          </a:stretch>
        </a:blipFill>
        <a:effectLst/>
      </p:bgPr>
    </p:bg>
    <p:spTree>
      <p:nvGrpSpPr>
        <p:cNvPr id="1" name=""/>
        <p:cNvGrpSpPr/>
        <p:nvPr/>
      </p:nvGrpSpPr>
      <p:grpSpPr>
        <a:xfrm>
          <a:off x="0" y="0"/>
          <a:ext cx="0" cy="0"/>
          <a:chOff x="0" y="0"/>
          <a:chExt cx="0" cy="0"/>
        </a:xfrm>
      </p:grpSpPr>
      <p:pic>
        <p:nvPicPr>
          <p:cNvPr id="2" name="Image 0" descr="brand/logo_knight.png">    </p:cNvPr>
          <p:cNvPicPr>
            <a:picLocks noChangeAspect="1"/>
          </p:cNvPicPr>
          <p:nvPr/>
        </p:nvPicPr>
        <p:blipFill>
          <a:blip r:embed="rId1"/>
          <a:stretch>
            <a:fillRect/>
          </a:stretch>
        </p:blipFill>
        <p:spPr>
          <a:xfrm>
            <a:off x="7863840" y="1481328"/>
            <a:ext cx="3658880" cy="5212080"/>
          </a:xfrm>
          <a:prstGeom prst="rect">
            <a:avLst/>
          </a:prstGeom>
        </p:spPr>
      </p:pic>
      <p:pic>
        <p:nvPicPr>
          <p:cNvPr id="3" name="Image 1" descr="brand/logo_h_rev.png">    </p:cNvPr>
          <p:cNvPicPr>
            <a:picLocks noChangeAspect="1"/>
          </p:cNvPicPr>
          <p:nvPr/>
        </p:nvPicPr>
        <p:blipFill>
          <a:blip r:embed="rId2"/>
          <a:stretch>
            <a:fillRect/>
          </a:stretch>
        </p:blipFill>
        <p:spPr>
          <a:xfrm>
            <a:off x="731520" y="658368"/>
            <a:ext cx="2377440" cy="803189"/>
          </a:xfrm>
          <a:prstGeom prst="rect">
            <a:avLst/>
          </a:prstGeom>
        </p:spPr>
      </p:pic>
      <p:sp>
        <p:nvSpPr>
          <p:cNvPr id="4" name="Text 0"/>
          <p:cNvSpPr txBox="1"/>
          <p:nvPr>
            <p:ph idx="102" type="body" hasCustomPrompt="1"/>
          </p:nvPr>
        </p:nvSpPr>
        <p:spPr>
          <a:xfrm>
            <a:off x="731520" y="2395728"/>
            <a:ext cx="6583680" cy="274320"/>
          </a:xfrm>
          <a:prstGeom prst="rect">
            <a:avLst/>
          </a:prstGeom>
          <a:noFill/>
          <a:ln/>
        </p:spPr>
        <p:txBody>
          <a:bodyPr wrap="square" rtlCol="0"/>
          <a:lstStyle>
            <a:lvl1pPr algn="l" indent="0" marL="0">
              <a:buNone/>
              <a:defRPr lang="en-US" sz="1100" b="1" spc="340" kern="0" dirty="0">
                <a:solidFill>
                  <a:srgbClr val="A9D9BF"/>
                </a:solidFill>
                <a:latin typeface="Arial" pitchFamily="34" charset="0"/>
                <a:ea typeface="Arial" pitchFamily="34" charset="-122"/>
                <a:cs typeface="Arial" pitchFamily="34" charset="-120"/>
              </a:defRPr>
            </a:lvl1pPr>
          </a:lstStyle>
          <a:p>
            <a:pPr algn="l" indent="0" marL="0">
              <a:buNone/>
            </a:pPr>
            <a:r>
              <a:rPr lang="en-US" sz="1100" b="1" spc="340" kern="0" dirty="0">
                <a:solidFill>
                  <a:srgbClr val="A9D9BF"/>
                </a:solidFill>
                <a:latin typeface="Arial" pitchFamily="34" charset="0"/>
                <a:ea typeface="Arial" pitchFamily="34" charset="-122"/>
                <a:cs typeface="Arial" pitchFamily="34" charset="-120"/>
              </a:rPr>
              <a:t>DEALER MEETING</a:t>
            </a:r>
            <a:endParaRPr lang="en-US" sz="1100" dirty="0"/>
          </a:p>
        </p:txBody>
      </p:sp>
      <p:sp>
        <p:nvSpPr>
          <p:cNvPr id="5" name="Shape 0"/>
          <p:cNvSpPr/>
          <p:nvPr/>
        </p:nvSpPr>
        <p:spPr>
          <a:xfrm>
            <a:off x="731520" y="2871216"/>
            <a:ext cx="777240" cy="50292"/>
          </a:xfrm>
          <a:prstGeom prst="rect">
            <a:avLst/>
          </a:prstGeom>
          <a:solidFill>
            <a:srgbClr val="F2A900"/>
          </a:solidFill>
          <a:ln/>
        </p:spPr>
      </p:sp>
      <p:sp>
        <p:nvSpPr>
          <p:cNvPr id="6" name="Text 1"/>
          <p:cNvSpPr txBox="1"/>
          <p:nvPr>
            <p:ph idx="104" type="title" hasCustomPrompt="1"/>
          </p:nvPr>
        </p:nvSpPr>
        <p:spPr>
          <a:xfrm>
            <a:off x="731520" y="3200400"/>
            <a:ext cx="6583680" cy="1627632"/>
          </a:xfrm>
          <a:prstGeom prst="rect">
            <a:avLst/>
          </a:prstGeom>
          <a:noFill/>
          <a:ln/>
        </p:spPr>
        <p:txBody>
          <a:bodyPr wrap="square" rtlCol="0"/>
          <a:lstStyle>
            <a:lvl1pPr algn="l" indent="0" marL="0">
              <a:buNone/>
              <a:defRPr lang="en-US" sz="4400" b="1" spc="-100" kern="0" dirty="0">
                <a:solidFill>
                  <a:srgbClr val="FFFFFF"/>
                </a:solidFill>
                <a:latin typeface="Arial" pitchFamily="34" charset="0"/>
                <a:ea typeface="Arial" pitchFamily="34" charset="-122"/>
                <a:cs typeface="Arial" pitchFamily="34" charset="-120"/>
              </a:defRPr>
            </a:lvl1pPr>
          </a:lstStyle>
          <a:p>
            <a:pPr algn="l" indent="0" marL="0">
              <a:buNone/>
            </a:pPr>
            <a:r>
              <a:rPr lang="en-US" sz="4400" b="1" spc="-100" kern="0" dirty="0">
                <a:solidFill>
                  <a:srgbClr val="FFFFFF"/>
                </a:solidFill>
                <a:latin typeface="Arial" pitchFamily="34" charset="0"/>
                <a:ea typeface="Arial" pitchFamily="34" charset="-122"/>
                <a:cs typeface="Arial" pitchFamily="34" charset="-120"/>
              </a:rPr>
              <a:t>Presentation title</a:t>
            </a:r>
            <a:endParaRPr lang="en-US" sz="4400" dirty="0"/>
          </a:p>
        </p:txBody>
      </p:sp>
      <p:sp>
        <p:nvSpPr>
          <p:cNvPr id="7" name="Text 1"/>
          <p:cNvSpPr txBox="1"/>
          <p:nvPr>
            <p:ph idx="105" type="body" hasCustomPrompt="1"/>
          </p:nvPr>
        </p:nvSpPr>
        <p:spPr>
          <a:xfrm>
            <a:off x="731520" y="4956048"/>
            <a:ext cx="6583680" cy="502920"/>
          </a:xfrm>
          <a:prstGeom prst="rect">
            <a:avLst/>
          </a:prstGeom>
          <a:noFill/>
          <a:ln/>
        </p:spPr>
        <p:txBody>
          <a:bodyPr wrap="square" rtlCol="0"/>
          <a:lstStyle>
            <a:lvl1pPr algn="l" indent="0" marL="0">
              <a:buNone/>
              <a:defRPr lang="en-US" sz="1700" dirty="0">
                <a:solidFill>
                  <a:srgbClr val="E4EFE8"/>
                </a:solidFill>
                <a:latin typeface="Arial" pitchFamily="34" charset="0"/>
                <a:ea typeface="Arial" pitchFamily="34" charset="-122"/>
                <a:cs typeface="Arial" pitchFamily="34" charset="-120"/>
              </a:defRPr>
            </a:lvl1pPr>
          </a:lstStyle>
          <a:p>
            <a:pPr algn="l" indent="0" marL="0">
              <a:buNone/>
            </a:pPr>
            <a:r>
              <a:rPr lang="en-US" sz="1700" dirty="0">
                <a:solidFill>
                  <a:srgbClr val="E4EFE8"/>
                </a:solidFill>
                <a:latin typeface="Arial" pitchFamily="34" charset="0"/>
                <a:ea typeface="Arial" pitchFamily="34" charset="-122"/>
                <a:cs typeface="Arial" pitchFamily="34" charset="-120"/>
              </a:rPr>
              <a:t>One line on what this deck argues</a:t>
            </a:r>
            <a:endParaRPr lang="en-US" sz="1700" dirty="0"/>
          </a:p>
        </p:txBody>
      </p:sp>
      <p:sp>
        <p:nvSpPr>
          <p:cNvPr id="8" name="Text 1"/>
          <p:cNvSpPr txBox="1"/>
          <p:nvPr>
            <p:ph idx="106" type="body" hasCustomPrompt="1"/>
          </p:nvPr>
        </p:nvSpPr>
        <p:spPr>
          <a:xfrm>
            <a:off x="731520" y="5998464"/>
            <a:ext cx="6583680" cy="310896"/>
          </a:xfrm>
          <a:prstGeom prst="rect">
            <a:avLst/>
          </a:prstGeom>
          <a:noFill/>
          <a:ln/>
        </p:spPr>
        <p:txBody>
          <a:bodyPr wrap="square" rtlCol="0"/>
          <a:lstStyle>
            <a:lvl1pPr algn="l" indent="0" marL="0">
              <a:buNone/>
              <a:defRPr lang="en-US" sz="1150" spc="80" kern="0" dirty="0">
                <a:solidFill>
                  <a:srgbClr val="C3DACB"/>
                </a:solidFill>
                <a:latin typeface="Arial" pitchFamily="34" charset="0"/>
                <a:ea typeface="Arial" pitchFamily="34" charset="-122"/>
                <a:cs typeface="Arial" pitchFamily="34" charset="-120"/>
              </a:defRPr>
            </a:lvl1pPr>
          </a:lstStyle>
          <a:p>
            <a:pPr algn="l" indent="0" marL="0">
              <a:buNone/>
            </a:pPr>
            <a:r>
              <a:rPr lang="en-US" sz="1150" spc="80" kern="0" dirty="0">
                <a:solidFill>
                  <a:srgbClr val="C3DACB"/>
                </a:solidFill>
                <a:latin typeface="Arial" pitchFamily="34" charset="0"/>
                <a:ea typeface="Arial" pitchFamily="34" charset="-122"/>
                <a:cs typeface="Arial" pitchFamily="34" charset="-120"/>
              </a:rPr>
              <a:t>Presenter  |  Audience  |  Month Year</a:t>
            </a:r>
            <a:endParaRPr lang="en-US" sz="115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slideLayout" Target="../slideLayouts/slideLayout12.xml"/><Relationship Id="rId13" Type="http://schemas.openxmlformats.org/officeDocument/2006/relationships/slideLayout" Target="../slideLayouts/slideLayout13.xml"/><Relationship Id="rId14" Type="http://schemas.openxmlformats.org/officeDocument/2006/relationships/slideLayout" Target="../slideLayouts/slideLayout14.xml"/><Relationship Id="rId15" Type="http://schemas.openxmlformats.org/officeDocument/2006/relationships/slideLayout" Target="../slideLayouts/slideLayout15.xml"/><Relationship Id="rId16" Type="http://schemas.openxmlformats.org/officeDocument/2006/relationships/slideLayout" Target="../slideLayouts/slideLayout16.xml"/><Relationship Id="rId17"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9555480" y="6364224"/>
            <a:ext cx="82296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670"/>
                </a:solidFill>
                <a:latin typeface="Arial"/>
                <a:ea typeface="Arial"/>
                <a:cs typeface="Aria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 id="2147483660" r:id="rId12"/>
    <p:sldLayoutId id="2147483661" r:id="rId13"/>
    <p:sldLayoutId id="2147483662" r:id="rId14"/>
    <p:sldLayoutId id="2147483663" r:id="rId15"/>
    <p:sldLayoutId id="2147483664" r:id="rId16"/>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6.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chart" Target="../charts/char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2"/>
          </p:nvPr>
        </p:nvSpPr>
        <p:spPr/>
        <p:txBody>
          <a:bodyPr/>
          <a:lstStyle/>
          <a:p>
            <a:r>
              <a:t>SALES MEETING  ·  TERRITORY REVIEW</a:t>
            </a:r>
          </a:p>
        </p:txBody>
      </p:sp>
      <p:sp>
        <p:nvSpPr>
          <p:cNvPr id="3" name="Title 2"/>
          <p:cNvSpPr>
            <a:spLocks noGrp="1"/>
          </p:cNvSpPr>
          <p:nvPr>
            <p:ph type="title" idx="104"/>
          </p:nvPr>
        </p:nvSpPr>
        <p:spPr/>
        <p:txBody>
          <a:bodyPr/>
          <a:lstStyle/>
          <a:p>
            <a:r>
              <a:t>[Territory name]</a:t>
            </a:r>
          </a:p>
        </p:txBody>
      </p:sp>
      <p:sp>
        <p:nvSpPr>
          <p:cNvPr id="4" name="Text Placeholder 3"/>
          <p:cNvSpPr>
            <a:spLocks noGrp="1"/>
          </p:cNvSpPr>
          <p:nvPr>
            <p:ph type="body" idx="105"/>
          </p:nvPr>
        </p:nvSpPr>
        <p:spPr/>
        <p:txBody>
          <a:bodyPr/>
          <a:lstStyle/>
          <a:p>
            <a:r>
              <a:t>The territory the way I see it. Who matters, where we win, where we lose, what would help.</a:t>
            </a:r>
          </a:p>
        </p:txBody>
      </p:sp>
      <p:sp>
        <p:nvSpPr>
          <p:cNvPr id="5" name="Text Placeholder 4"/>
          <p:cNvSpPr>
            <a:spLocks noGrp="1"/>
          </p:cNvSpPr>
          <p:nvPr>
            <p:ph type="body" idx="106"/>
          </p:nvPr>
        </p:nvSpPr>
        <p:spPr/>
        <p:txBody>
          <a:bodyPr/>
          <a:lstStyle/>
          <a:p>
            <a:r>
              <a:t>[Your name]  |  Sales Meeting  |  [Month] 2026</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0"/>
          </p:nvPr>
        </p:nvSpPr>
        <p:spPr/>
        <p:txBody>
          <a:bodyPr/>
          <a:lstStyle/>
          <a:p>
            <a:r>
              <a:t>TERRITORY REVIEW  ·  1 OF 6  ·  BY THE NUMBERS</a:t>
            </a:r>
          </a:p>
        </p:txBody>
      </p:sp>
      <p:sp>
        <p:nvSpPr>
          <p:cNvPr id="3" name="Title 2"/>
          <p:cNvSpPr>
            <a:spLocks noGrp="1"/>
          </p:cNvSpPr>
          <p:nvPr>
            <p:ph type="title" idx="101"/>
          </p:nvPr>
        </p:nvSpPr>
        <p:spPr/>
        <p:txBody>
          <a:bodyPr/>
          <a:lstStyle/>
          <a:p>
            <a:r>
              <a:t>[Territory] in numbers</a:t>
            </a:r>
          </a:p>
        </p:txBody>
      </p:sp>
      <p:sp>
        <p:nvSpPr>
          <p:cNvPr id="4" name="Text Placeholder 3"/>
          <p:cNvSpPr>
            <a:spLocks noGrp="1"/>
          </p:cNvSpPr>
          <p:nvPr>
            <p:ph type="body" idx="102"/>
          </p:nvPr>
        </p:nvSpPr>
        <p:spPr/>
        <p:txBody>
          <a:bodyPr/>
          <a:lstStyle/>
          <a:p>
            <a:r>
              <a:t>[One line on what the numbers say. The story starts here.]</a:t>
            </a:r>
          </a:p>
        </p:txBody>
      </p:sp>
      <p:sp>
        <p:nvSpPr>
          <p:cNvPr id="6" name="Text Placeholder 5"/>
          <p:cNvSpPr>
            <a:spLocks noGrp="1"/>
          </p:cNvSpPr>
          <p:nvPr>
            <p:ph type="body" idx="104"/>
          </p:nvPr>
        </p:nvSpPr>
        <p:spPr/>
        <p:txBody>
          <a:bodyPr/>
          <a:lstStyle/>
          <a:p>
            <a:r>
              <a:t>Source: bookings and quotes from [system], pulled [date]. Pre-filled by Nate.</a:t>
            </a:r>
          </a:p>
        </p:txBody>
      </p:sp>
      <p:sp>
        <p:nvSpPr>
          <p:cNvPr id="7" name="TextBox 6"/>
          <p:cNvSpPr txBox="1"/>
          <p:nvPr/>
        </p:nvSpPr>
        <p:spPr>
          <a:xfrm>
            <a:off x="731520" y="2121408"/>
            <a:ext cx="5120640" cy="237744"/>
          </a:xfrm>
          <a:prstGeom prst="rect">
            <a:avLst/>
          </a:prstGeom>
          <a:noFill/>
        </p:spPr>
        <p:txBody>
          <a:bodyPr wrap="square" anchor="t" lIns="0" rIns="0" tIns="0" bIns="0">
            <a:noAutofit/>
          </a:bodyPr>
          <a:lstStyle/>
          <a:p>
            <a:r>
              <a:rPr sz="1100" b="1">
                <a:solidFill>
                  <a:srgbClr val="3C7D4D"/>
                </a:solidFill>
                <a:latin typeface="Arial"/>
              </a:rPr>
              <a:t>BOOKINGS AND QUOTES BY QUARTER ($K)  ·  PRE-FILLED</a:t>
            </a:r>
          </a:p>
        </p:txBody>
      </p:sp>
      <p:graphicFrame>
        <p:nvGraphicFramePr>
          <p:cNvPr id="8" name="Chart 7"/>
          <p:cNvGraphicFramePr>
            <a:graphicFrameLocks noGrp="1"/>
          </p:cNvGraphicFramePr>
          <p:nvPr/>
        </p:nvGraphicFramePr>
        <p:xfrm>
          <a:off x="731520" y="2377440"/>
          <a:ext cx="5120640" cy="1828800"/>
        </p:xfrm>
        <a:graphic>
          <a:graphicData uri="http://schemas.openxmlformats.org/drawingml/2006/chart">
            <c:chart xmlns:c="http://schemas.openxmlformats.org/drawingml/2006/chart" r:id="rId2"/>
          </a:graphicData>
        </a:graphic>
      </p:graphicFrame>
      <p:sp>
        <p:nvSpPr>
          <p:cNvPr id="9" name="TextBox 8"/>
          <p:cNvSpPr txBox="1"/>
          <p:nvPr/>
        </p:nvSpPr>
        <p:spPr>
          <a:xfrm>
            <a:off x="731520" y="4315968"/>
            <a:ext cx="5120640" cy="237744"/>
          </a:xfrm>
          <a:prstGeom prst="rect">
            <a:avLst/>
          </a:prstGeom>
          <a:noFill/>
        </p:spPr>
        <p:txBody>
          <a:bodyPr wrap="square" anchor="t" lIns="0" rIns="0" tIns="0" bIns="0">
            <a:noAutofit/>
          </a:bodyPr>
          <a:lstStyle/>
          <a:p>
            <a:r>
              <a:rPr sz="1100" b="1">
                <a:solidFill>
                  <a:srgbClr val="3C7D4D"/>
                </a:solidFill>
                <a:latin typeface="Arial"/>
              </a:rPr>
              <a:t>WHAT THE NUMBERS DON'T SHOW  ·  YOU FILL THIS IN</a:t>
            </a:r>
          </a:p>
        </p:txBody>
      </p:sp>
      <p:sp>
        <p:nvSpPr>
          <p:cNvPr id="10" name="TextBox 9"/>
          <p:cNvSpPr txBox="1"/>
          <p:nvPr/>
        </p:nvSpPr>
        <p:spPr>
          <a:xfrm>
            <a:off x="731520" y="4572000"/>
            <a:ext cx="5120640" cy="1463040"/>
          </a:xfrm>
          <a:prstGeom prst="rect">
            <a:avLst/>
          </a:prstGeom>
          <a:solidFill>
            <a:srgbClr val="F2F5F2"/>
          </a:solidFill>
        </p:spPr>
        <p:txBody>
          <a:bodyPr wrap="square" anchor="t" tIns="54864" bIns="54864">
            <a:noAutofit/>
          </a:bodyPr>
          <a:lstStyle/>
          <a:p>
            <a:r>
              <a:rPr sz="1200" b="0">
                <a:solidFill>
                  <a:srgbClr val="5B6670"/>
                </a:solidFill>
                <a:latin typeface="Arial"/>
              </a:rPr>
              <a:t>[Two or three sentences. What is happening in the territory that bookings and quotes don't capture. A dealer in transition, a job that slipped a quarter, a competitor that showed up, a plant issue that cost you.]</a:t>
            </a:r>
          </a:p>
        </p:txBody>
      </p:sp>
      <p:sp>
        <p:nvSpPr>
          <p:cNvPr id="11" name="TextBox 10"/>
          <p:cNvSpPr txBox="1"/>
          <p:nvPr/>
        </p:nvSpPr>
        <p:spPr>
          <a:xfrm>
            <a:off x="6519672" y="2121408"/>
            <a:ext cx="4937760" cy="237744"/>
          </a:xfrm>
          <a:prstGeom prst="rect">
            <a:avLst/>
          </a:prstGeom>
          <a:noFill/>
        </p:spPr>
        <p:txBody>
          <a:bodyPr wrap="square" anchor="t" lIns="0" rIns="0" tIns="0" bIns="0">
            <a:noAutofit/>
          </a:bodyPr>
          <a:lstStyle/>
          <a:p>
            <a:r>
              <a:rPr sz="1100" b="1">
                <a:solidFill>
                  <a:srgbClr val="3C7D4D"/>
                </a:solidFill>
                <a:latin typeface="Arial"/>
              </a:rPr>
              <a:t>TOP ACCOUNTS, YTD BOOKINGS  ·  PRE-FILLED</a:t>
            </a:r>
          </a:p>
        </p:txBody>
      </p:sp>
      <p:graphicFrame>
        <p:nvGraphicFramePr>
          <p:cNvPr id="12" name="Table 11"/>
          <p:cNvGraphicFramePr>
            <a:graphicFrameLocks noGrp="1"/>
          </p:cNvGraphicFramePr>
          <p:nvPr/>
        </p:nvGraphicFramePr>
        <p:xfrm>
          <a:off x="6519672" y="2377440"/>
          <a:ext cx="4937760" cy="1591056"/>
        </p:xfrm>
        <a:graphic>
          <a:graphicData uri="http://schemas.openxmlformats.org/drawingml/2006/table">
            <a:tbl>
              <a:tblPr firstRow="0" bandRow="0"/>
              <a:tblGrid>
                <a:gridCol w="3108960"/>
                <a:gridCol w="1828800"/>
              </a:tblGrid>
              <a:tr h="265176">
                <a:tc>
                  <a:txBody>
                    <a:bodyPr/>
                    <a:lstStyle/>
                    <a:p>
                      <a:r>
                        <a:rPr sz="1000" b="1">
                          <a:solidFill>
                            <a:srgbClr val="FFFFFF"/>
                          </a:solidFill>
                          <a:latin typeface="Arial"/>
                        </a:rPr>
                        <a:t>Account</a:t>
                      </a:r>
                    </a:p>
                  </a:txBody>
                  <a:tcPr marL="73152" marR="73152" marT="27432" marB="27432" anchor="ctr">
                    <a:solidFill>
                      <a:srgbClr val="3C7D4D"/>
                    </a:solidFill>
                    <a:lnL w="6350" cap="flat" cmpd="sng" algn="ctr">
                      <a:solidFill>
                        <a:srgbClr val="3C7D4D"/>
                      </a:solidFill>
                      <a:prstDash val="solid"/>
                    </a:lnL>
                    <a:lnR w="6350" cap="flat" cmpd="sng" algn="ctr">
                      <a:solidFill>
                        <a:srgbClr val="3C7D4D"/>
                      </a:solidFill>
                      <a:prstDash val="solid"/>
                    </a:lnR>
                    <a:lnT w="6350" cap="flat" cmpd="sng" algn="ctr">
                      <a:solidFill>
                        <a:srgbClr val="3C7D4D"/>
                      </a:solidFill>
                      <a:prstDash val="solid"/>
                    </a:lnT>
                    <a:lnB w="6350" cap="flat" cmpd="sng" algn="ctr">
                      <a:solidFill>
                        <a:srgbClr val="3C7D4D"/>
                      </a:solidFill>
                      <a:prstDash val="solid"/>
                    </a:lnB>
                  </a:tcPr>
                </a:tc>
                <a:tc>
                  <a:txBody>
                    <a:bodyPr/>
                    <a:lstStyle/>
                    <a:p>
                      <a:r>
                        <a:rPr sz="1000" b="1">
                          <a:solidFill>
                            <a:srgbClr val="FFFFFF"/>
                          </a:solidFill>
                          <a:latin typeface="Arial"/>
                        </a:rPr>
                        <a:t>YTD bookings</a:t>
                      </a:r>
                    </a:p>
                  </a:txBody>
                  <a:tcPr marL="73152" marR="73152" marT="27432" marB="27432" anchor="ctr">
                    <a:solidFill>
                      <a:srgbClr val="3C7D4D"/>
                    </a:solidFill>
                    <a:lnL w="6350" cap="flat" cmpd="sng" algn="ctr">
                      <a:solidFill>
                        <a:srgbClr val="3C7D4D"/>
                      </a:solidFill>
                      <a:prstDash val="solid"/>
                    </a:lnL>
                    <a:lnR w="6350" cap="flat" cmpd="sng" algn="ctr">
                      <a:solidFill>
                        <a:srgbClr val="3C7D4D"/>
                      </a:solidFill>
                      <a:prstDash val="solid"/>
                    </a:lnR>
                    <a:lnT w="6350" cap="flat" cmpd="sng" algn="ctr">
                      <a:solidFill>
                        <a:srgbClr val="3C7D4D"/>
                      </a:solidFill>
                      <a:prstDash val="solid"/>
                    </a:lnT>
                    <a:lnB w="6350" cap="flat" cmpd="sng" algn="ctr">
                      <a:solidFill>
                        <a:srgbClr val="3C7D4D"/>
                      </a:solidFill>
                      <a:prstDash val="solid"/>
                    </a:lnB>
                  </a:tcPr>
                </a:tc>
              </a:tr>
              <a:tr h="265176">
                <a:tc>
                  <a:txBody>
                    <a:bodyPr/>
                    <a:lstStyle/>
                    <a:p>
                      <a:r>
                        <a:rPr sz="1000" b="1">
                          <a:solidFill>
                            <a:srgbClr val="15181A"/>
                          </a:solidFill>
                          <a:latin typeface="Arial"/>
                        </a:rPr>
                        <a:t>1.  </a:t>
                      </a:r>
                    </a:p>
                  </a:txBody>
                  <a:tcPr marL="73152" marR="73152" marT="27432" marB="27432" anchor="t">
                    <a:solidFill>
                      <a:srgbClr val="FFFFFF"/>
                    </a:solidFill>
                    <a:lnL w="6350" cap="flat" cmpd="sng" algn="ctr">
                      <a:solidFill>
                        <a:srgbClr val="E2E6E3"/>
                      </a:solidFill>
                      <a:prstDash val="solid"/>
                    </a:lnL>
                    <a:lnR w="6350" cap="flat" cmpd="sng" algn="ctr">
                      <a:solidFill>
                        <a:srgbClr val="E2E6E3"/>
                      </a:solidFill>
                      <a:prstDash val="solid"/>
                    </a:lnR>
                    <a:lnT w="6350" cap="flat" cmpd="sng" algn="ctr">
                      <a:solidFill>
                        <a:srgbClr val="E2E6E3"/>
                      </a:solidFill>
                      <a:prstDash val="solid"/>
                    </a:lnT>
                    <a:lnB w="6350" cap="flat" cmpd="sng" algn="ctr">
                      <a:solidFill>
                        <a:srgbClr val="E2E6E3"/>
                      </a:solidFill>
                      <a:prstDash val="solid"/>
                    </a:lnB>
                  </a:tcPr>
                </a:tc>
                <a:tc>
                  <a:txBody>
                    <a:bodyPr/>
                    <a:lstStyle/>
                    <a:p>
                      <a:r>
                        <a:rPr sz="1000" b="0">
                          <a:solidFill>
                            <a:srgbClr val="5B6670"/>
                          </a:solidFill>
                          <a:latin typeface="Arial"/>
                        </a:rPr>
                        <a:t/>
                      </a:r>
                    </a:p>
                  </a:txBody>
                  <a:tcPr marL="73152" marR="73152" marT="27432" marB="27432" anchor="t">
                    <a:solidFill>
                      <a:srgbClr val="FFFFFF"/>
                    </a:solidFill>
                    <a:lnL w="6350" cap="flat" cmpd="sng" algn="ctr">
                      <a:solidFill>
                        <a:srgbClr val="E2E6E3"/>
                      </a:solidFill>
                      <a:prstDash val="solid"/>
                    </a:lnL>
                    <a:lnR w="6350" cap="flat" cmpd="sng" algn="ctr">
                      <a:solidFill>
                        <a:srgbClr val="E2E6E3"/>
                      </a:solidFill>
                      <a:prstDash val="solid"/>
                    </a:lnR>
                    <a:lnT w="6350" cap="flat" cmpd="sng" algn="ctr">
                      <a:solidFill>
                        <a:srgbClr val="E2E6E3"/>
                      </a:solidFill>
                      <a:prstDash val="solid"/>
                    </a:lnT>
                    <a:lnB w="6350" cap="flat" cmpd="sng" algn="ctr">
                      <a:solidFill>
                        <a:srgbClr val="E2E6E3"/>
                      </a:solidFill>
                      <a:prstDash val="solid"/>
                    </a:lnB>
                  </a:tcPr>
                </a:tc>
              </a:tr>
              <a:tr h="265176">
                <a:tc>
                  <a:txBody>
                    <a:bodyPr/>
                    <a:lstStyle/>
                    <a:p>
                      <a:r>
                        <a:rPr sz="1000" b="1">
                          <a:solidFill>
                            <a:srgbClr val="15181A"/>
                          </a:solidFill>
                          <a:latin typeface="Arial"/>
                        </a:rPr>
                        <a:t>2.  </a:t>
                      </a:r>
                    </a:p>
                  </a:txBody>
                  <a:tcPr marL="73152" marR="73152" marT="27432" marB="27432" anchor="t">
                    <a:solidFill>
                      <a:srgbClr val="FFFFFF"/>
                    </a:solidFill>
                    <a:lnL w="6350" cap="flat" cmpd="sng" algn="ctr">
                      <a:solidFill>
                        <a:srgbClr val="E2E6E3"/>
                      </a:solidFill>
                      <a:prstDash val="solid"/>
                    </a:lnL>
                    <a:lnR w="6350" cap="flat" cmpd="sng" algn="ctr">
                      <a:solidFill>
                        <a:srgbClr val="E2E6E3"/>
                      </a:solidFill>
                      <a:prstDash val="solid"/>
                    </a:lnR>
                    <a:lnT w="6350" cap="flat" cmpd="sng" algn="ctr">
                      <a:solidFill>
                        <a:srgbClr val="E2E6E3"/>
                      </a:solidFill>
                      <a:prstDash val="solid"/>
                    </a:lnT>
                    <a:lnB w="6350" cap="flat" cmpd="sng" algn="ctr">
                      <a:solidFill>
                        <a:srgbClr val="E2E6E3"/>
                      </a:solidFill>
                      <a:prstDash val="solid"/>
                    </a:lnB>
                  </a:tcPr>
                </a:tc>
                <a:tc>
                  <a:txBody>
                    <a:bodyPr/>
                    <a:lstStyle/>
                    <a:p>
                      <a:r>
                        <a:rPr sz="1000" b="0">
                          <a:solidFill>
                            <a:srgbClr val="5B6670"/>
                          </a:solidFill>
                          <a:latin typeface="Arial"/>
                        </a:rPr>
                        <a:t/>
                      </a:r>
                    </a:p>
                  </a:txBody>
                  <a:tcPr marL="73152" marR="73152" marT="27432" marB="27432" anchor="t">
                    <a:solidFill>
                      <a:srgbClr val="FFFFFF"/>
                    </a:solidFill>
                    <a:lnL w="6350" cap="flat" cmpd="sng" algn="ctr">
                      <a:solidFill>
                        <a:srgbClr val="E2E6E3"/>
                      </a:solidFill>
                      <a:prstDash val="solid"/>
                    </a:lnL>
                    <a:lnR w="6350" cap="flat" cmpd="sng" algn="ctr">
                      <a:solidFill>
                        <a:srgbClr val="E2E6E3"/>
                      </a:solidFill>
                      <a:prstDash val="solid"/>
                    </a:lnR>
                    <a:lnT w="6350" cap="flat" cmpd="sng" algn="ctr">
                      <a:solidFill>
                        <a:srgbClr val="E2E6E3"/>
                      </a:solidFill>
                      <a:prstDash val="solid"/>
                    </a:lnT>
                    <a:lnB w="6350" cap="flat" cmpd="sng" algn="ctr">
                      <a:solidFill>
                        <a:srgbClr val="E2E6E3"/>
                      </a:solidFill>
                      <a:prstDash val="solid"/>
                    </a:lnB>
                  </a:tcPr>
                </a:tc>
              </a:tr>
              <a:tr h="265176">
                <a:tc>
                  <a:txBody>
                    <a:bodyPr/>
                    <a:lstStyle/>
                    <a:p>
                      <a:r>
                        <a:rPr sz="1000" b="1">
                          <a:solidFill>
                            <a:srgbClr val="15181A"/>
                          </a:solidFill>
                          <a:latin typeface="Arial"/>
                        </a:rPr>
                        <a:t>3.  </a:t>
                      </a:r>
                    </a:p>
                  </a:txBody>
                  <a:tcPr marL="73152" marR="73152" marT="27432" marB="27432" anchor="t">
                    <a:solidFill>
                      <a:srgbClr val="FFFFFF"/>
                    </a:solidFill>
                    <a:lnL w="6350" cap="flat" cmpd="sng" algn="ctr">
                      <a:solidFill>
                        <a:srgbClr val="E2E6E3"/>
                      </a:solidFill>
                      <a:prstDash val="solid"/>
                    </a:lnL>
                    <a:lnR w="6350" cap="flat" cmpd="sng" algn="ctr">
                      <a:solidFill>
                        <a:srgbClr val="E2E6E3"/>
                      </a:solidFill>
                      <a:prstDash val="solid"/>
                    </a:lnR>
                    <a:lnT w="6350" cap="flat" cmpd="sng" algn="ctr">
                      <a:solidFill>
                        <a:srgbClr val="E2E6E3"/>
                      </a:solidFill>
                      <a:prstDash val="solid"/>
                    </a:lnT>
                    <a:lnB w="6350" cap="flat" cmpd="sng" algn="ctr">
                      <a:solidFill>
                        <a:srgbClr val="E2E6E3"/>
                      </a:solidFill>
                      <a:prstDash val="solid"/>
                    </a:lnB>
                  </a:tcPr>
                </a:tc>
                <a:tc>
                  <a:txBody>
                    <a:bodyPr/>
                    <a:lstStyle/>
                    <a:p>
                      <a:r>
                        <a:rPr sz="1000" b="0">
                          <a:solidFill>
                            <a:srgbClr val="5B6670"/>
                          </a:solidFill>
                          <a:latin typeface="Arial"/>
                        </a:rPr>
                        <a:t/>
                      </a:r>
                    </a:p>
                  </a:txBody>
                  <a:tcPr marL="73152" marR="73152" marT="27432" marB="27432" anchor="t">
                    <a:solidFill>
                      <a:srgbClr val="FFFFFF"/>
                    </a:solidFill>
                    <a:lnL w="6350" cap="flat" cmpd="sng" algn="ctr">
                      <a:solidFill>
                        <a:srgbClr val="E2E6E3"/>
                      </a:solidFill>
                      <a:prstDash val="solid"/>
                    </a:lnL>
                    <a:lnR w="6350" cap="flat" cmpd="sng" algn="ctr">
                      <a:solidFill>
                        <a:srgbClr val="E2E6E3"/>
                      </a:solidFill>
                      <a:prstDash val="solid"/>
                    </a:lnR>
                    <a:lnT w="6350" cap="flat" cmpd="sng" algn="ctr">
                      <a:solidFill>
                        <a:srgbClr val="E2E6E3"/>
                      </a:solidFill>
                      <a:prstDash val="solid"/>
                    </a:lnT>
                    <a:lnB w="6350" cap="flat" cmpd="sng" algn="ctr">
                      <a:solidFill>
                        <a:srgbClr val="E2E6E3"/>
                      </a:solidFill>
                      <a:prstDash val="solid"/>
                    </a:lnB>
                  </a:tcPr>
                </a:tc>
              </a:tr>
              <a:tr h="265176">
                <a:tc>
                  <a:txBody>
                    <a:bodyPr/>
                    <a:lstStyle/>
                    <a:p>
                      <a:r>
                        <a:rPr sz="1000" b="1">
                          <a:solidFill>
                            <a:srgbClr val="15181A"/>
                          </a:solidFill>
                          <a:latin typeface="Arial"/>
                        </a:rPr>
                        <a:t>4.  </a:t>
                      </a:r>
                    </a:p>
                  </a:txBody>
                  <a:tcPr marL="73152" marR="73152" marT="27432" marB="27432" anchor="t">
                    <a:solidFill>
                      <a:srgbClr val="FFFFFF"/>
                    </a:solidFill>
                    <a:lnL w="6350" cap="flat" cmpd="sng" algn="ctr">
                      <a:solidFill>
                        <a:srgbClr val="E2E6E3"/>
                      </a:solidFill>
                      <a:prstDash val="solid"/>
                    </a:lnL>
                    <a:lnR w="6350" cap="flat" cmpd="sng" algn="ctr">
                      <a:solidFill>
                        <a:srgbClr val="E2E6E3"/>
                      </a:solidFill>
                      <a:prstDash val="solid"/>
                    </a:lnR>
                    <a:lnT w="6350" cap="flat" cmpd="sng" algn="ctr">
                      <a:solidFill>
                        <a:srgbClr val="E2E6E3"/>
                      </a:solidFill>
                      <a:prstDash val="solid"/>
                    </a:lnT>
                    <a:lnB w="6350" cap="flat" cmpd="sng" algn="ctr">
                      <a:solidFill>
                        <a:srgbClr val="E2E6E3"/>
                      </a:solidFill>
                      <a:prstDash val="solid"/>
                    </a:lnB>
                  </a:tcPr>
                </a:tc>
                <a:tc>
                  <a:txBody>
                    <a:bodyPr/>
                    <a:lstStyle/>
                    <a:p>
                      <a:r>
                        <a:rPr sz="1000" b="0">
                          <a:solidFill>
                            <a:srgbClr val="5B6670"/>
                          </a:solidFill>
                          <a:latin typeface="Arial"/>
                        </a:rPr>
                        <a:t/>
                      </a:r>
                    </a:p>
                  </a:txBody>
                  <a:tcPr marL="73152" marR="73152" marT="27432" marB="27432" anchor="t">
                    <a:solidFill>
                      <a:srgbClr val="FFFFFF"/>
                    </a:solidFill>
                    <a:lnL w="6350" cap="flat" cmpd="sng" algn="ctr">
                      <a:solidFill>
                        <a:srgbClr val="E2E6E3"/>
                      </a:solidFill>
                      <a:prstDash val="solid"/>
                    </a:lnL>
                    <a:lnR w="6350" cap="flat" cmpd="sng" algn="ctr">
                      <a:solidFill>
                        <a:srgbClr val="E2E6E3"/>
                      </a:solidFill>
                      <a:prstDash val="solid"/>
                    </a:lnR>
                    <a:lnT w="6350" cap="flat" cmpd="sng" algn="ctr">
                      <a:solidFill>
                        <a:srgbClr val="E2E6E3"/>
                      </a:solidFill>
                      <a:prstDash val="solid"/>
                    </a:lnT>
                    <a:lnB w="6350" cap="flat" cmpd="sng" algn="ctr">
                      <a:solidFill>
                        <a:srgbClr val="E2E6E3"/>
                      </a:solidFill>
                      <a:prstDash val="solid"/>
                    </a:lnB>
                  </a:tcPr>
                </a:tc>
              </a:tr>
              <a:tr h="265176">
                <a:tc>
                  <a:txBody>
                    <a:bodyPr/>
                    <a:lstStyle/>
                    <a:p>
                      <a:r>
                        <a:rPr sz="1000" b="1">
                          <a:solidFill>
                            <a:srgbClr val="15181A"/>
                          </a:solidFill>
                          <a:latin typeface="Arial"/>
                        </a:rPr>
                        <a:t>5.  </a:t>
                      </a:r>
                    </a:p>
                  </a:txBody>
                  <a:tcPr marL="73152" marR="73152" marT="27432" marB="27432" anchor="t">
                    <a:solidFill>
                      <a:srgbClr val="FFFFFF"/>
                    </a:solidFill>
                    <a:lnL w="6350" cap="flat" cmpd="sng" algn="ctr">
                      <a:solidFill>
                        <a:srgbClr val="E2E6E3"/>
                      </a:solidFill>
                      <a:prstDash val="solid"/>
                    </a:lnL>
                    <a:lnR w="6350" cap="flat" cmpd="sng" algn="ctr">
                      <a:solidFill>
                        <a:srgbClr val="E2E6E3"/>
                      </a:solidFill>
                      <a:prstDash val="solid"/>
                    </a:lnR>
                    <a:lnT w="6350" cap="flat" cmpd="sng" algn="ctr">
                      <a:solidFill>
                        <a:srgbClr val="E2E6E3"/>
                      </a:solidFill>
                      <a:prstDash val="solid"/>
                    </a:lnT>
                    <a:lnB w="6350" cap="flat" cmpd="sng" algn="ctr">
                      <a:solidFill>
                        <a:srgbClr val="E2E6E3"/>
                      </a:solidFill>
                      <a:prstDash val="solid"/>
                    </a:lnB>
                  </a:tcPr>
                </a:tc>
                <a:tc>
                  <a:txBody>
                    <a:bodyPr/>
                    <a:lstStyle/>
                    <a:p>
                      <a:r>
                        <a:rPr sz="1000" b="0">
                          <a:solidFill>
                            <a:srgbClr val="5B6670"/>
                          </a:solidFill>
                          <a:latin typeface="Arial"/>
                        </a:rPr>
                        <a:t/>
                      </a:r>
                    </a:p>
                  </a:txBody>
                  <a:tcPr marL="73152" marR="73152" marT="27432" marB="27432" anchor="t">
                    <a:solidFill>
                      <a:srgbClr val="FFFFFF"/>
                    </a:solidFill>
                    <a:lnL w="6350" cap="flat" cmpd="sng" algn="ctr">
                      <a:solidFill>
                        <a:srgbClr val="E2E6E3"/>
                      </a:solidFill>
                      <a:prstDash val="solid"/>
                    </a:lnL>
                    <a:lnR w="6350" cap="flat" cmpd="sng" algn="ctr">
                      <a:solidFill>
                        <a:srgbClr val="E2E6E3"/>
                      </a:solidFill>
                      <a:prstDash val="solid"/>
                    </a:lnR>
                    <a:lnT w="6350" cap="flat" cmpd="sng" algn="ctr">
                      <a:solidFill>
                        <a:srgbClr val="E2E6E3"/>
                      </a:solidFill>
                      <a:prstDash val="solid"/>
                    </a:lnT>
                    <a:lnB w="6350" cap="flat" cmpd="sng" algn="ctr">
                      <a:solidFill>
                        <a:srgbClr val="E2E6E3"/>
                      </a:solidFill>
                      <a:prstDash val="solid"/>
                    </a:lnB>
                  </a:tcPr>
                </a:tc>
              </a:tr>
            </a:tbl>
          </a:graphicData>
        </a:graphic>
      </p:graphicFrame>
      <p:sp>
        <p:nvSpPr>
          <p:cNvPr id="13" name="TextBox 12"/>
          <p:cNvSpPr txBox="1"/>
          <p:nvPr/>
        </p:nvSpPr>
        <p:spPr>
          <a:xfrm>
            <a:off x="6519672" y="4096512"/>
            <a:ext cx="4937760" cy="237744"/>
          </a:xfrm>
          <a:prstGeom prst="rect">
            <a:avLst/>
          </a:prstGeom>
          <a:noFill/>
        </p:spPr>
        <p:txBody>
          <a:bodyPr wrap="square" anchor="t" lIns="0" rIns="0" tIns="0" bIns="0">
            <a:noAutofit/>
          </a:bodyPr>
          <a:lstStyle/>
          <a:p>
            <a:r>
              <a:rPr sz="1100" b="1">
                <a:solidFill>
                  <a:srgbClr val="3C7D4D"/>
                </a:solidFill>
                <a:latin typeface="Arial"/>
              </a:rPr>
              <a:t>EXCALIBUR DEALERS, YTD BOOKINGS  ·  PRE-FILLED</a:t>
            </a:r>
          </a:p>
        </p:txBody>
      </p:sp>
      <p:graphicFrame>
        <p:nvGraphicFramePr>
          <p:cNvPr id="14" name="Table 13"/>
          <p:cNvGraphicFramePr>
            <a:graphicFrameLocks noGrp="1"/>
          </p:cNvGraphicFramePr>
          <p:nvPr/>
        </p:nvGraphicFramePr>
        <p:xfrm>
          <a:off x="6519672" y="4352544"/>
          <a:ext cx="4937760" cy="1060704"/>
        </p:xfrm>
        <a:graphic>
          <a:graphicData uri="http://schemas.openxmlformats.org/drawingml/2006/table">
            <a:tbl>
              <a:tblPr firstRow="0" bandRow="0"/>
              <a:tblGrid>
                <a:gridCol w="3108960"/>
                <a:gridCol w="1828800"/>
              </a:tblGrid>
              <a:tr h="265176">
                <a:tc>
                  <a:txBody>
                    <a:bodyPr/>
                    <a:lstStyle/>
                    <a:p>
                      <a:r>
                        <a:rPr sz="1000" b="1">
                          <a:solidFill>
                            <a:srgbClr val="FFFFFF"/>
                          </a:solidFill>
                          <a:latin typeface="Arial"/>
                        </a:rPr>
                        <a:t>Dealer</a:t>
                      </a:r>
                    </a:p>
                  </a:txBody>
                  <a:tcPr marL="73152" marR="73152" marT="27432" marB="27432" anchor="ctr">
                    <a:solidFill>
                      <a:srgbClr val="3C7D4D"/>
                    </a:solidFill>
                    <a:lnL w="6350" cap="flat" cmpd="sng" algn="ctr">
                      <a:solidFill>
                        <a:srgbClr val="3C7D4D"/>
                      </a:solidFill>
                      <a:prstDash val="solid"/>
                    </a:lnL>
                    <a:lnR w="6350" cap="flat" cmpd="sng" algn="ctr">
                      <a:solidFill>
                        <a:srgbClr val="3C7D4D"/>
                      </a:solidFill>
                      <a:prstDash val="solid"/>
                    </a:lnR>
                    <a:lnT w="6350" cap="flat" cmpd="sng" algn="ctr">
                      <a:solidFill>
                        <a:srgbClr val="3C7D4D"/>
                      </a:solidFill>
                      <a:prstDash val="solid"/>
                    </a:lnT>
                    <a:lnB w="6350" cap="flat" cmpd="sng" algn="ctr">
                      <a:solidFill>
                        <a:srgbClr val="3C7D4D"/>
                      </a:solidFill>
                      <a:prstDash val="solid"/>
                    </a:lnB>
                  </a:tcPr>
                </a:tc>
                <a:tc>
                  <a:txBody>
                    <a:bodyPr/>
                    <a:lstStyle/>
                    <a:p>
                      <a:r>
                        <a:rPr sz="1000" b="1">
                          <a:solidFill>
                            <a:srgbClr val="FFFFFF"/>
                          </a:solidFill>
                          <a:latin typeface="Arial"/>
                        </a:rPr>
                        <a:t>YTD bookings</a:t>
                      </a:r>
                    </a:p>
                  </a:txBody>
                  <a:tcPr marL="73152" marR="73152" marT="27432" marB="27432" anchor="ctr">
                    <a:solidFill>
                      <a:srgbClr val="3C7D4D"/>
                    </a:solidFill>
                    <a:lnL w="6350" cap="flat" cmpd="sng" algn="ctr">
                      <a:solidFill>
                        <a:srgbClr val="3C7D4D"/>
                      </a:solidFill>
                      <a:prstDash val="solid"/>
                    </a:lnL>
                    <a:lnR w="6350" cap="flat" cmpd="sng" algn="ctr">
                      <a:solidFill>
                        <a:srgbClr val="3C7D4D"/>
                      </a:solidFill>
                      <a:prstDash val="solid"/>
                    </a:lnR>
                    <a:lnT w="6350" cap="flat" cmpd="sng" algn="ctr">
                      <a:solidFill>
                        <a:srgbClr val="3C7D4D"/>
                      </a:solidFill>
                      <a:prstDash val="solid"/>
                    </a:lnT>
                    <a:lnB w="6350" cap="flat" cmpd="sng" algn="ctr">
                      <a:solidFill>
                        <a:srgbClr val="3C7D4D"/>
                      </a:solidFill>
                      <a:prstDash val="solid"/>
                    </a:lnB>
                  </a:tcPr>
                </a:tc>
              </a:tr>
              <a:tr h="265176">
                <a:tc>
                  <a:txBody>
                    <a:bodyPr/>
                    <a:lstStyle/>
                    <a:p>
                      <a:r>
                        <a:rPr sz="1000" b="1">
                          <a:solidFill>
                            <a:srgbClr val="15181A"/>
                          </a:solidFill>
                          <a:latin typeface="Arial"/>
                        </a:rPr>
                        <a:t/>
                      </a:r>
                    </a:p>
                  </a:txBody>
                  <a:tcPr marL="73152" marR="73152" marT="27432" marB="27432" anchor="t">
                    <a:solidFill>
                      <a:srgbClr val="FFFFFF"/>
                    </a:solidFill>
                    <a:lnL w="6350" cap="flat" cmpd="sng" algn="ctr">
                      <a:solidFill>
                        <a:srgbClr val="E2E6E3"/>
                      </a:solidFill>
                      <a:prstDash val="solid"/>
                    </a:lnL>
                    <a:lnR w="6350" cap="flat" cmpd="sng" algn="ctr">
                      <a:solidFill>
                        <a:srgbClr val="E2E6E3"/>
                      </a:solidFill>
                      <a:prstDash val="solid"/>
                    </a:lnR>
                    <a:lnT w="6350" cap="flat" cmpd="sng" algn="ctr">
                      <a:solidFill>
                        <a:srgbClr val="E2E6E3"/>
                      </a:solidFill>
                      <a:prstDash val="solid"/>
                    </a:lnT>
                    <a:lnB w="6350" cap="flat" cmpd="sng" algn="ctr">
                      <a:solidFill>
                        <a:srgbClr val="E2E6E3"/>
                      </a:solidFill>
                      <a:prstDash val="solid"/>
                    </a:lnB>
                  </a:tcPr>
                </a:tc>
                <a:tc>
                  <a:txBody>
                    <a:bodyPr/>
                    <a:lstStyle/>
                    <a:p>
                      <a:r>
                        <a:rPr sz="1000" b="0">
                          <a:solidFill>
                            <a:srgbClr val="5B6670"/>
                          </a:solidFill>
                          <a:latin typeface="Arial"/>
                        </a:rPr>
                        <a:t/>
                      </a:r>
                    </a:p>
                  </a:txBody>
                  <a:tcPr marL="73152" marR="73152" marT="27432" marB="27432" anchor="t">
                    <a:solidFill>
                      <a:srgbClr val="FFFFFF"/>
                    </a:solidFill>
                    <a:lnL w="6350" cap="flat" cmpd="sng" algn="ctr">
                      <a:solidFill>
                        <a:srgbClr val="E2E6E3"/>
                      </a:solidFill>
                      <a:prstDash val="solid"/>
                    </a:lnL>
                    <a:lnR w="6350" cap="flat" cmpd="sng" algn="ctr">
                      <a:solidFill>
                        <a:srgbClr val="E2E6E3"/>
                      </a:solidFill>
                      <a:prstDash val="solid"/>
                    </a:lnR>
                    <a:lnT w="6350" cap="flat" cmpd="sng" algn="ctr">
                      <a:solidFill>
                        <a:srgbClr val="E2E6E3"/>
                      </a:solidFill>
                      <a:prstDash val="solid"/>
                    </a:lnT>
                    <a:lnB w="6350" cap="flat" cmpd="sng" algn="ctr">
                      <a:solidFill>
                        <a:srgbClr val="E2E6E3"/>
                      </a:solidFill>
                      <a:prstDash val="solid"/>
                    </a:lnB>
                  </a:tcPr>
                </a:tc>
              </a:tr>
              <a:tr h="265176">
                <a:tc>
                  <a:txBody>
                    <a:bodyPr/>
                    <a:lstStyle/>
                    <a:p>
                      <a:r>
                        <a:rPr sz="1000" b="1">
                          <a:solidFill>
                            <a:srgbClr val="15181A"/>
                          </a:solidFill>
                          <a:latin typeface="Arial"/>
                        </a:rPr>
                        <a:t/>
                      </a:r>
                    </a:p>
                  </a:txBody>
                  <a:tcPr marL="73152" marR="73152" marT="27432" marB="27432" anchor="t">
                    <a:solidFill>
                      <a:srgbClr val="FFFFFF"/>
                    </a:solidFill>
                    <a:lnL w="6350" cap="flat" cmpd="sng" algn="ctr">
                      <a:solidFill>
                        <a:srgbClr val="E2E6E3"/>
                      </a:solidFill>
                      <a:prstDash val="solid"/>
                    </a:lnL>
                    <a:lnR w="6350" cap="flat" cmpd="sng" algn="ctr">
                      <a:solidFill>
                        <a:srgbClr val="E2E6E3"/>
                      </a:solidFill>
                      <a:prstDash val="solid"/>
                    </a:lnR>
                    <a:lnT w="6350" cap="flat" cmpd="sng" algn="ctr">
                      <a:solidFill>
                        <a:srgbClr val="E2E6E3"/>
                      </a:solidFill>
                      <a:prstDash val="solid"/>
                    </a:lnT>
                    <a:lnB w="6350" cap="flat" cmpd="sng" algn="ctr">
                      <a:solidFill>
                        <a:srgbClr val="E2E6E3"/>
                      </a:solidFill>
                      <a:prstDash val="solid"/>
                    </a:lnB>
                  </a:tcPr>
                </a:tc>
                <a:tc>
                  <a:txBody>
                    <a:bodyPr/>
                    <a:lstStyle/>
                    <a:p>
                      <a:r>
                        <a:rPr sz="1000" b="0">
                          <a:solidFill>
                            <a:srgbClr val="5B6670"/>
                          </a:solidFill>
                          <a:latin typeface="Arial"/>
                        </a:rPr>
                        <a:t/>
                      </a:r>
                    </a:p>
                  </a:txBody>
                  <a:tcPr marL="73152" marR="73152" marT="27432" marB="27432" anchor="t">
                    <a:solidFill>
                      <a:srgbClr val="FFFFFF"/>
                    </a:solidFill>
                    <a:lnL w="6350" cap="flat" cmpd="sng" algn="ctr">
                      <a:solidFill>
                        <a:srgbClr val="E2E6E3"/>
                      </a:solidFill>
                      <a:prstDash val="solid"/>
                    </a:lnL>
                    <a:lnR w="6350" cap="flat" cmpd="sng" algn="ctr">
                      <a:solidFill>
                        <a:srgbClr val="E2E6E3"/>
                      </a:solidFill>
                      <a:prstDash val="solid"/>
                    </a:lnR>
                    <a:lnT w="6350" cap="flat" cmpd="sng" algn="ctr">
                      <a:solidFill>
                        <a:srgbClr val="E2E6E3"/>
                      </a:solidFill>
                      <a:prstDash val="solid"/>
                    </a:lnT>
                    <a:lnB w="6350" cap="flat" cmpd="sng" algn="ctr">
                      <a:solidFill>
                        <a:srgbClr val="E2E6E3"/>
                      </a:solidFill>
                      <a:prstDash val="solid"/>
                    </a:lnB>
                  </a:tcPr>
                </a:tc>
              </a:tr>
              <a:tr h="265176">
                <a:tc>
                  <a:txBody>
                    <a:bodyPr/>
                    <a:lstStyle/>
                    <a:p>
                      <a:r>
                        <a:rPr sz="1000" b="1">
                          <a:solidFill>
                            <a:srgbClr val="15181A"/>
                          </a:solidFill>
                          <a:latin typeface="Arial"/>
                        </a:rPr>
                        <a:t/>
                      </a:r>
                    </a:p>
                  </a:txBody>
                  <a:tcPr marL="73152" marR="73152" marT="27432" marB="27432" anchor="t">
                    <a:solidFill>
                      <a:srgbClr val="FFFFFF"/>
                    </a:solidFill>
                    <a:lnL w="6350" cap="flat" cmpd="sng" algn="ctr">
                      <a:solidFill>
                        <a:srgbClr val="E2E6E3"/>
                      </a:solidFill>
                      <a:prstDash val="solid"/>
                    </a:lnL>
                    <a:lnR w="6350" cap="flat" cmpd="sng" algn="ctr">
                      <a:solidFill>
                        <a:srgbClr val="E2E6E3"/>
                      </a:solidFill>
                      <a:prstDash val="solid"/>
                    </a:lnR>
                    <a:lnT w="6350" cap="flat" cmpd="sng" algn="ctr">
                      <a:solidFill>
                        <a:srgbClr val="E2E6E3"/>
                      </a:solidFill>
                      <a:prstDash val="solid"/>
                    </a:lnT>
                    <a:lnB w="6350" cap="flat" cmpd="sng" algn="ctr">
                      <a:solidFill>
                        <a:srgbClr val="E2E6E3"/>
                      </a:solidFill>
                      <a:prstDash val="solid"/>
                    </a:lnB>
                  </a:tcPr>
                </a:tc>
                <a:tc>
                  <a:txBody>
                    <a:bodyPr/>
                    <a:lstStyle/>
                    <a:p>
                      <a:r>
                        <a:rPr sz="1000" b="0">
                          <a:solidFill>
                            <a:srgbClr val="5B6670"/>
                          </a:solidFill>
                          <a:latin typeface="Arial"/>
                        </a:rPr>
                        <a:t/>
                      </a:r>
                    </a:p>
                  </a:txBody>
                  <a:tcPr marL="73152" marR="73152" marT="27432" marB="27432" anchor="t">
                    <a:solidFill>
                      <a:srgbClr val="FFFFFF"/>
                    </a:solidFill>
                    <a:lnL w="6350" cap="flat" cmpd="sng" algn="ctr">
                      <a:solidFill>
                        <a:srgbClr val="E2E6E3"/>
                      </a:solidFill>
                      <a:prstDash val="solid"/>
                    </a:lnL>
                    <a:lnR w="6350" cap="flat" cmpd="sng" algn="ctr">
                      <a:solidFill>
                        <a:srgbClr val="E2E6E3"/>
                      </a:solidFill>
                      <a:prstDash val="solid"/>
                    </a:lnR>
                    <a:lnT w="6350" cap="flat" cmpd="sng" algn="ctr">
                      <a:solidFill>
                        <a:srgbClr val="E2E6E3"/>
                      </a:solidFill>
                      <a:prstDash val="solid"/>
                    </a:lnT>
                    <a:lnB w="6350" cap="flat" cmpd="sng" algn="ctr">
                      <a:solidFill>
                        <a:srgbClr val="E2E6E3"/>
                      </a:solidFill>
                      <a:prstDash val="solid"/>
                    </a:lnB>
                  </a:tcPr>
                </a:tc>
              </a:tr>
            </a:tbl>
          </a:graphicData>
        </a:graphic>
      </p:graphicFrame>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0"/>
          </p:nvPr>
        </p:nvSpPr>
        <p:spPr/>
        <p:txBody>
          <a:bodyPr/>
          <a:lstStyle/>
          <a:p>
            <a:r>
              <a:t>TERRITORY REVIEW  ·  2 OF 6  ·  DEALERS</a:t>
            </a:r>
          </a:p>
        </p:txBody>
      </p:sp>
      <p:sp>
        <p:nvSpPr>
          <p:cNvPr id="3" name="Title 2"/>
          <p:cNvSpPr>
            <a:spLocks noGrp="1"/>
          </p:cNvSpPr>
          <p:nvPr>
            <p:ph type="title" idx="101"/>
          </p:nvPr>
        </p:nvSpPr>
        <p:spPr/>
        <p:txBody>
          <a:bodyPr/>
          <a:lstStyle/>
          <a:p>
            <a:r>
              <a:t>The five dealers that matter</a:t>
            </a:r>
          </a:p>
        </p:txBody>
      </p:sp>
      <p:sp>
        <p:nvSpPr>
          <p:cNvPr id="4" name="Text Placeholder 3"/>
          <p:cNvSpPr>
            <a:spLocks noGrp="1"/>
          </p:cNvSpPr>
          <p:nvPr>
            <p:ph type="body" idx="102"/>
          </p:nvPr>
        </p:nvSpPr>
        <p:spPr/>
        <p:txBody>
          <a:bodyPr/>
          <a:lstStyle/>
          <a:p>
            <a:r>
              <a:t>[One line. What the five have in common, or the one thing they all want from us.]</a:t>
            </a:r>
          </a:p>
        </p:txBody>
      </p:sp>
      <p:graphicFrame>
        <p:nvGraphicFramePr>
          <p:cNvPr id="5" name="Table 4"/>
          <p:cNvGraphicFramePr>
            <a:graphicFrameLocks noGrp="1"/>
          </p:cNvGraphicFramePr>
          <p:nvPr/>
        </p:nvGraphicFramePr>
        <p:xfrm>
          <a:off x="731520" y="2121408"/>
          <a:ext cx="10725912" cy="3913630"/>
        </p:xfrm>
        <a:graphic>
          <a:graphicData uri="http://schemas.openxmlformats.org/drawingml/2006/table">
            <a:tbl>
              <a:tblPr firstRow="0" bandRow="0"/>
              <a:tblGrid>
                <a:gridCol w="2496312"/>
                <a:gridCol w="3931920"/>
                <a:gridCol w="4297680"/>
              </a:tblGrid>
              <a:tr h="365760">
                <a:tc>
                  <a:txBody>
                    <a:bodyPr/>
                    <a:lstStyle/>
                    <a:p>
                      <a:r>
                        <a:rPr sz="1100" b="1">
                          <a:solidFill>
                            <a:srgbClr val="FFFFFF"/>
                          </a:solidFill>
                          <a:latin typeface="Arial"/>
                        </a:rPr>
                        <a:t>Dealer</a:t>
                      </a:r>
                    </a:p>
                  </a:txBody>
                  <a:tcPr marL="73152" marR="73152" marT="27432" marB="27432" anchor="ctr">
                    <a:solidFill>
                      <a:srgbClr val="3C7D4D"/>
                    </a:solidFill>
                    <a:lnL w="6350" cap="flat" cmpd="sng" algn="ctr">
                      <a:solidFill>
                        <a:srgbClr val="3C7D4D"/>
                      </a:solidFill>
                      <a:prstDash val="solid"/>
                    </a:lnL>
                    <a:lnR w="6350" cap="flat" cmpd="sng" algn="ctr">
                      <a:solidFill>
                        <a:srgbClr val="3C7D4D"/>
                      </a:solidFill>
                      <a:prstDash val="solid"/>
                    </a:lnR>
                    <a:lnT w="6350" cap="flat" cmpd="sng" algn="ctr">
                      <a:solidFill>
                        <a:srgbClr val="3C7D4D"/>
                      </a:solidFill>
                      <a:prstDash val="solid"/>
                    </a:lnT>
                    <a:lnB w="6350" cap="flat" cmpd="sng" algn="ctr">
                      <a:solidFill>
                        <a:srgbClr val="3C7D4D"/>
                      </a:solidFill>
                      <a:prstDash val="solid"/>
                    </a:lnB>
                  </a:tcPr>
                </a:tc>
                <a:tc>
                  <a:txBody>
                    <a:bodyPr/>
                    <a:lstStyle/>
                    <a:p>
                      <a:r>
                        <a:rPr sz="1100" b="1">
                          <a:solidFill>
                            <a:srgbClr val="FFFFFF"/>
                          </a:solidFill>
                          <a:latin typeface="Arial"/>
                        </a:rPr>
                        <a:t>What they're good at</a:t>
                      </a:r>
                    </a:p>
                  </a:txBody>
                  <a:tcPr marL="73152" marR="73152" marT="27432" marB="27432" anchor="ctr">
                    <a:solidFill>
                      <a:srgbClr val="3C7D4D"/>
                    </a:solidFill>
                    <a:lnL w="6350" cap="flat" cmpd="sng" algn="ctr">
                      <a:solidFill>
                        <a:srgbClr val="3C7D4D"/>
                      </a:solidFill>
                      <a:prstDash val="solid"/>
                    </a:lnL>
                    <a:lnR w="6350" cap="flat" cmpd="sng" algn="ctr">
                      <a:solidFill>
                        <a:srgbClr val="3C7D4D"/>
                      </a:solidFill>
                      <a:prstDash val="solid"/>
                    </a:lnR>
                    <a:lnT w="6350" cap="flat" cmpd="sng" algn="ctr">
                      <a:solidFill>
                        <a:srgbClr val="3C7D4D"/>
                      </a:solidFill>
                      <a:prstDash val="solid"/>
                    </a:lnT>
                    <a:lnB w="6350" cap="flat" cmpd="sng" algn="ctr">
                      <a:solidFill>
                        <a:srgbClr val="3C7D4D"/>
                      </a:solidFill>
                      <a:prstDash val="solid"/>
                    </a:lnB>
                  </a:tcPr>
                </a:tc>
                <a:tc>
                  <a:txBody>
                    <a:bodyPr/>
                    <a:lstStyle/>
                    <a:p>
                      <a:r>
                        <a:rPr sz="1100" b="1">
                          <a:solidFill>
                            <a:srgbClr val="FFFFFF"/>
                          </a:solidFill>
                          <a:latin typeface="Arial"/>
                        </a:rPr>
                        <a:t>What they want from us that they don't get</a:t>
                      </a:r>
                    </a:p>
                  </a:txBody>
                  <a:tcPr marL="73152" marR="73152" marT="27432" marB="27432" anchor="ctr">
                    <a:solidFill>
                      <a:srgbClr val="3C7D4D"/>
                    </a:solidFill>
                    <a:lnL w="6350" cap="flat" cmpd="sng" algn="ctr">
                      <a:solidFill>
                        <a:srgbClr val="3C7D4D"/>
                      </a:solidFill>
                      <a:prstDash val="solid"/>
                    </a:lnL>
                    <a:lnR w="6350" cap="flat" cmpd="sng" algn="ctr">
                      <a:solidFill>
                        <a:srgbClr val="3C7D4D"/>
                      </a:solidFill>
                      <a:prstDash val="solid"/>
                    </a:lnR>
                    <a:lnT w="6350" cap="flat" cmpd="sng" algn="ctr">
                      <a:solidFill>
                        <a:srgbClr val="3C7D4D"/>
                      </a:solidFill>
                      <a:prstDash val="solid"/>
                    </a:lnT>
                    <a:lnB w="6350" cap="flat" cmpd="sng" algn="ctr">
                      <a:solidFill>
                        <a:srgbClr val="3C7D4D"/>
                      </a:solidFill>
                      <a:prstDash val="solid"/>
                    </a:lnB>
                  </a:tcPr>
                </a:tc>
              </a:tr>
              <a:tr h="709574">
                <a:tc>
                  <a:txBody>
                    <a:bodyPr/>
                    <a:lstStyle/>
                    <a:p>
                      <a:r>
                        <a:rPr sz="1100" b="1">
                          <a:solidFill>
                            <a:srgbClr val="15181A"/>
                          </a:solidFill>
                          <a:latin typeface="Arial"/>
                        </a:rPr>
                        <a:t>1.  [Dealer]</a:t>
                      </a:r>
                    </a:p>
                  </a:txBody>
                  <a:tcPr marL="73152" marR="73152" marT="27432" marB="27432" anchor="t">
                    <a:solidFill>
                      <a:srgbClr val="FFFFFF"/>
                    </a:solidFill>
                    <a:lnL w="6350" cap="flat" cmpd="sng" algn="ctr">
                      <a:solidFill>
                        <a:srgbClr val="E2E6E3"/>
                      </a:solidFill>
                      <a:prstDash val="solid"/>
                    </a:lnL>
                    <a:lnR w="6350" cap="flat" cmpd="sng" algn="ctr">
                      <a:solidFill>
                        <a:srgbClr val="E2E6E3"/>
                      </a:solidFill>
                      <a:prstDash val="solid"/>
                    </a:lnR>
                    <a:lnT w="6350" cap="flat" cmpd="sng" algn="ctr">
                      <a:solidFill>
                        <a:srgbClr val="E2E6E3"/>
                      </a:solidFill>
                      <a:prstDash val="solid"/>
                    </a:lnT>
                    <a:lnB w="6350" cap="flat" cmpd="sng" algn="ctr">
                      <a:solidFill>
                        <a:srgbClr val="E2E6E3"/>
                      </a:solidFill>
                      <a:prstDash val="solid"/>
                    </a:lnB>
                  </a:tcPr>
                </a:tc>
                <a:tc>
                  <a:txBody>
                    <a:bodyPr/>
                    <a:lstStyle/>
                    <a:p>
                      <a:r>
                        <a:rPr sz="1100" b="0">
                          <a:solidFill>
                            <a:srgbClr val="5B6670"/>
                          </a:solidFill>
                          <a:latin typeface="Arial"/>
                        </a:rPr>
                        <a:t/>
                      </a:r>
                    </a:p>
                  </a:txBody>
                  <a:tcPr marL="73152" marR="73152" marT="27432" marB="27432" anchor="t">
                    <a:solidFill>
                      <a:srgbClr val="FFFFFF"/>
                    </a:solidFill>
                    <a:lnL w="6350" cap="flat" cmpd="sng" algn="ctr">
                      <a:solidFill>
                        <a:srgbClr val="E2E6E3"/>
                      </a:solidFill>
                      <a:prstDash val="solid"/>
                    </a:lnL>
                    <a:lnR w="6350" cap="flat" cmpd="sng" algn="ctr">
                      <a:solidFill>
                        <a:srgbClr val="E2E6E3"/>
                      </a:solidFill>
                      <a:prstDash val="solid"/>
                    </a:lnR>
                    <a:lnT w="6350" cap="flat" cmpd="sng" algn="ctr">
                      <a:solidFill>
                        <a:srgbClr val="E2E6E3"/>
                      </a:solidFill>
                      <a:prstDash val="solid"/>
                    </a:lnT>
                    <a:lnB w="6350" cap="flat" cmpd="sng" algn="ctr">
                      <a:solidFill>
                        <a:srgbClr val="E2E6E3"/>
                      </a:solidFill>
                      <a:prstDash val="solid"/>
                    </a:lnB>
                  </a:tcPr>
                </a:tc>
                <a:tc>
                  <a:txBody>
                    <a:bodyPr/>
                    <a:lstStyle/>
                    <a:p>
                      <a:r>
                        <a:rPr sz="1100" b="0">
                          <a:solidFill>
                            <a:srgbClr val="5B6670"/>
                          </a:solidFill>
                          <a:latin typeface="Arial"/>
                        </a:rPr>
                        <a:t/>
                      </a:r>
                    </a:p>
                  </a:txBody>
                  <a:tcPr marL="73152" marR="73152" marT="27432" marB="27432" anchor="t">
                    <a:solidFill>
                      <a:srgbClr val="FFFFFF"/>
                    </a:solidFill>
                    <a:lnL w="6350" cap="flat" cmpd="sng" algn="ctr">
                      <a:solidFill>
                        <a:srgbClr val="E2E6E3"/>
                      </a:solidFill>
                      <a:prstDash val="solid"/>
                    </a:lnL>
                    <a:lnR w="6350" cap="flat" cmpd="sng" algn="ctr">
                      <a:solidFill>
                        <a:srgbClr val="E2E6E3"/>
                      </a:solidFill>
                      <a:prstDash val="solid"/>
                    </a:lnR>
                    <a:lnT w="6350" cap="flat" cmpd="sng" algn="ctr">
                      <a:solidFill>
                        <a:srgbClr val="E2E6E3"/>
                      </a:solidFill>
                      <a:prstDash val="solid"/>
                    </a:lnT>
                    <a:lnB w="6350" cap="flat" cmpd="sng" algn="ctr">
                      <a:solidFill>
                        <a:srgbClr val="E2E6E3"/>
                      </a:solidFill>
                      <a:prstDash val="solid"/>
                    </a:lnB>
                  </a:tcPr>
                </a:tc>
              </a:tr>
              <a:tr h="709574">
                <a:tc>
                  <a:txBody>
                    <a:bodyPr/>
                    <a:lstStyle/>
                    <a:p>
                      <a:r>
                        <a:rPr sz="1100" b="1">
                          <a:solidFill>
                            <a:srgbClr val="15181A"/>
                          </a:solidFill>
                          <a:latin typeface="Arial"/>
                        </a:rPr>
                        <a:t>2.  [Dealer]</a:t>
                      </a:r>
                    </a:p>
                  </a:txBody>
                  <a:tcPr marL="73152" marR="73152" marT="27432" marB="27432" anchor="t">
                    <a:solidFill>
                      <a:srgbClr val="FFFFFF"/>
                    </a:solidFill>
                    <a:lnL w="6350" cap="flat" cmpd="sng" algn="ctr">
                      <a:solidFill>
                        <a:srgbClr val="E2E6E3"/>
                      </a:solidFill>
                      <a:prstDash val="solid"/>
                    </a:lnL>
                    <a:lnR w="6350" cap="flat" cmpd="sng" algn="ctr">
                      <a:solidFill>
                        <a:srgbClr val="E2E6E3"/>
                      </a:solidFill>
                      <a:prstDash val="solid"/>
                    </a:lnR>
                    <a:lnT w="6350" cap="flat" cmpd="sng" algn="ctr">
                      <a:solidFill>
                        <a:srgbClr val="E2E6E3"/>
                      </a:solidFill>
                      <a:prstDash val="solid"/>
                    </a:lnT>
                    <a:lnB w="6350" cap="flat" cmpd="sng" algn="ctr">
                      <a:solidFill>
                        <a:srgbClr val="E2E6E3"/>
                      </a:solidFill>
                      <a:prstDash val="solid"/>
                    </a:lnB>
                  </a:tcPr>
                </a:tc>
                <a:tc>
                  <a:txBody>
                    <a:bodyPr/>
                    <a:lstStyle/>
                    <a:p>
                      <a:r>
                        <a:rPr sz="1100" b="0">
                          <a:solidFill>
                            <a:srgbClr val="5B6670"/>
                          </a:solidFill>
                          <a:latin typeface="Arial"/>
                        </a:rPr>
                        <a:t/>
                      </a:r>
                    </a:p>
                  </a:txBody>
                  <a:tcPr marL="73152" marR="73152" marT="27432" marB="27432" anchor="t">
                    <a:solidFill>
                      <a:srgbClr val="FFFFFF"/>
                    </a:solidFill>
                    <a:lnL w="6350" cap="flat" cmpd="sng" algn="ctr">
                      <a:solidFill>
                        <a:srgbClr val="E2E6E3"/>
                      </a:solidFill>
                      <a:prstDash val="solid"/>
                    </a:lnL>
                    <a:lnR w="6350" cap="flat" cmpd="sng" algn="ctr">
                      <a:solidFill>
                        <a:srgbClr val="E2E6E3"/>
                      </a:solidFill>
                      <a:prstDash val="solid"/>
                    </a:lnR>
                    <a:lnT w="6350" cap="flat" cmpd="sng" algn="ctr">
                      <a:solidFill>
                        <a:srgbClr val="E2E6E3"/>
                      </a:solidFill>
                      <a:prstDash val="solid"/>
                    </a:lnT>
                    <a:lnB w="6350" cap="flat" cmpd="sng" algn="ctr">
                      <a:solidFill>
                        <a:srgbClr val="E2E6E3"/>
                      </a:solidFill>
                      <a:prstDash val="solid"/>
                    </a:lnB>
                  </a:tcPr>
                </a:tc>
                <a:tc>
                  <a:txBody>
                    <a:bodyPr/>
                    <a:lstStyle/>
                    <a:p>
                      <a:r>
                        <a:rPr sz="1100" b="0">
                          <a:solidFill>
                            <a:srgbClr val="5B6670"/>
                          </a:solidFill>
                          <a:latin typeface="Arial"/>
                        </a:rPr>
                        <a:t/>
                      </a:r>
                    </a:p>
                  </a:txBody>
                  <a:tcPr marL="73152" marR="73152" marT="27432" marB="27432" anchor="t">
                    <a:solidFill>
                      <a:srgbClr val="FFFFFF"/>
                    </a:solidFill>
                    <a:lnL w="6350" cap="flat" cmpd="sng" algn="ctr">
                      <a:solidFill>
                        <a:srgbClr val="E2E6E3"/>
                      </a:solidFill>
                      <a:prstDash val="solid"/>
                    </a:lnL>
                    <a:lnR w="6350" cap="flat" cmpd="sng" algn="ctr">
                      <a:solidFill>
                        <a:srgbClr val="E2E6E3"/>
                      </a:solidFill>
                      <a:prstDash val="solid"/>
                    </a:lnR>
                    <a:lnT w="6350" cap="flat" cmpd="sng" algn="ctr">
                      <a:solidFill>
                        <a:srgbClr val="E2E6E3"/>
                      </a:solidFill>
                      <a:prstDash val="solid"/>
                    </a:lnT>
                    <a:lnB w="6350" cap="flat" cmpd="sng" algn="ctr">
                      <a:solidFill>
                        <a:srgbClr val="E2E6E3"/>
                      </a:solidFill>
                      <a:prstDash val="solid"/>
                    </a:lnB>
                  </a:tcPr>
                </a:tc>
              </a:tr>
              <a:tr h="709574">
                <a:tc>
                  <a:txBody>
                    <a:bodyPr/>
                    <a:lstStyle/>
                    <a:p>
                      <a:r>
                        <a:rPr sz="1100" b="1">
                          <a:solidFill>
                            <a:srgbClr val="15181A"/>
                          </a:solidFill>
                          <a:latin typeface="Arial"/>
                        </a:rPr>
                        <a:t>3.  [Dealer]</a:t>
                      </a:r>
                    </a:p>
                  </a:txBody>
                  <a:tcPr marL="73152" marR="73152" marT="27432" marB="27432" anchor="t">
                    <a:solidFill>
                      <a:srgbClr val="FFFFFF"/>
                    </a:solidFill>
                    <a:lnL w="6350" cap="flat" cmpd="sng" algn="ctr">
                      <a:solidFill>
                        <a:srgbClr val="E2E6E3"/>
                      </a:solidFill>
                      <a:prstDash val="solid"/>
                    </a:lnL>
                    <a:lnR w="6350" cap="flat" cmpd="sng" algn="ctr">
                      <a:solidFill>
                        <a:srgbClr val="E2E6E3"/>
                      </a:solidFill>
                      <a:prstDash val="solid"/>
                    </a:lnR>
                    <a:lnT w="6350" cap="flat" cmpd="sng" algn="ctr">
                      <a:solidFill>
                        <a:srgbClr val="E2E6E3"/>
                      </a:solidFill>
                      <a:prstDash val="solid"/>
                    </a:lnT>
                    <a:lnB w="6350" cap="flat" cmpd="sng" algn="ctr">
                      <a:solidFill>
                        <a:srgbClr val="E2E6E3"/>
                      </a:solidFill>
                      <a:prstDash val="solid"/>
                    </a:lnB>
                  </a:tcPr>
                </a:tc>
                <a:tc>
                  <a:txBody>
                    <a:bodyPr/>
                    <a:lstStyle/>
                    <a:p>
                      <a:r>
                        <a:rPr sz="1100" b="0">
                          <a:solidFill>
                            <a:srgbClr val="5B6670"/>
                          </a:solidFill>
                          <a:latin typeface="Arial"/>
                        </a:rPr>
                        <a:t/>
                      </a:r>
                    </a:p>
                  </a:txBody>
                  <a:tcPr marL="73152" marR="73152" marT="27432" marB="27432" anchor="t">
                    <a:solidFill>
                      <a:srgbClr val="FFFFFF"/>
                    </a:solidFill>
                    <a:lnL w="6350" cap="flat" cmpd="sng" algn="ctr">
                      <a:solidFill>
                        <a:srgbClr val="E2E6E3"/>
                      </a:solidFill>
                      <a:prstDash val="solid"/>
                    </a:lnL>
                    <a:lnR w="6350" cap="flat" cmpd="sng" algn="ctr">
                      <a:solidFill>
                        <a:srgbClr val="E2E6E3"/>
                      </a:solidFill>
                      <a:prstDash val="solid"/>
                    </a:lnR>
                    <a:lnT w="6350" cap="flat" cmpd="sng" algn="ctr">
                      <a:solidFill>
                        <a:srgbClr val="E2E6E3"/>
                      </a:solidFill>
                      <a:prstDash val="solid"/>
                    </a:lnT>
                    <a:lnB w="6350" cap="flat" cmpd="sng" algn="ctr">
                      <a:solidFill>
                        <a:srgbClr val="E2E6E3"/>
                      </a:solidFill>
                      <a:prstDash val="solid"/>
                    </a:lnB>
                  </a:tcPr>
                </a:tc>
                <a:tc>
                  <a:txBody>
                    <a:bodyPr/>
                    <a:lstStyle/>
                    <a:p>
                      <a:r>
                        <a:rPr sz="1100" b="0">
                          <a:solidFill>
                            <a:srgbClr val="5B6670"/>
                          </a:solidFill>
                          <a:latin typeface="Arial"/>
                        </a:rPr>
                        <a:t/>
                      </a:r>
                    </a:p>
                  </a:txBody>
                  <a:tcPr marL="73152" marR="73152" marT="27432" marB="27432" anchor="t">
                    <a:solidFill>
                      <a:srgbClr val="FFFFFF"/>
                    </a:solidFill>
                    <a:lnL w="6350" cap="flat" cmpd="sng" algn="ctr">
                      <a:solidFill>
                        <a:srgbClr val="E2E6E3"/>
                      </a:solidFill>
                      <a:prstDash val="solid"/>
                    </a:lnL>
                    <a:lnR w="6350" cap="flat" cmpd="sng" algn="ctr">
                      <a:solidFill>
                        <a:srgbClr val="E2E6E3"/>
                      </a:solidFill>
                      <a:prstDash val="solid"/>
                    </a:lnR>
                    <a:lnT w="6350" cap="flat" cmpd="sng" algn="ctr">
                      <a:solidFill>
                        <a:srgbClr val="E2E6E3"/>
                      </a:solidFill>
                      <a:prstDash val="solid"/>
                    </a:lnT>
                    <a:lnB w="6350" cap="flat" cmpd="sng" algn="ctr">
                      <a:solidFill>
                        <a:srgbClr val="E2E6E3"/>
                      </a:solidFill>
                      <a:prstDash val="solid"/>
                    </a:lnB>
                  </a:tcPr>
                </a:tc>
              </a:tr>
              <a:tr h="709574">
                <a:tc>
                  <a:txBody>
                    <a:bodyPr/>
                    <a:lstStyle/>
                    <a:p>
                      <a:r>
                        <a:rPr sz="1100" b="1">
                          <a:solidFill>
                            <a:srgbClr val="15181A"/>
                          </a:solidFill>
                          <a:latin typeface="Arial"/>
                        </a:rPr>
                        <a:t>4.  [Dealer]</a:t>
                      </a:r>
                    </a:p>
                  </a:txBody>
                  <a:tcPr marL="73152" marR="73152" marT="27432" marB="27432" anchor="t">
                    <a:solidFill>
                      <a:srgbClr val="FFFFFF"/>
                    </a:solidFill>
                    <a:lnL w="6350" cap="flat" cmpd="sng" algn="ctr">
                      <a:solidFill>
                        <a:srgbClr val="E2E6E3"/>
                      </a:solidFill>
                      <a:prstDash val="solid"/>
                    </a:lnL>
                    <a:lnR w="6350" cap="flat" cmpd="sng" algn="ctr">
                      <a:solidFill>
                        <a:srgbClr val="E2E6E3"/>
                      </a:solidFill>
                      <a:prstDash val="solid"/>
                    </a:lnR>
                    <a:lnT w="6350" cap="flat" cmpd="sng" algn="ctr">
                      <a:solidFill>
                        <a:srgbClr val="E2E6E3"/>
                      </a:solidFill>
                      <a:prstDash val="solid"/>
                    </a:lnT>
                    <a:lnB w="6350" cap="flat" cmpd="sng" algn="ctr">
                      <a:solidFill>
                        <a:srgbClr val="E2E6E3"/>
                      </a:solidFill>
                      <a:prstDash val="solid"/>
                    </a:lnB>
                  </a:tcPr>
                </a:tc>
                <a:tc>
                  <a:txBody>
                    <a:bodyPr/>
                    <a:lstStyle/>
                    <a:p>
                      <a:r>
                        <a:rPr sz="1100" b="0">
                          <a:solidFill>
                            <a:srgbClr val="5B6670"/>
                          </a:solidFill>
                          <a:latin typeface="Arial"/>
                        </a:rPr>
                        <a:t/>
                      </a:r>
                    </a:p>
                  </a:txBody>
                  <a:tcPr marL="73152" marR="73152" marT="27432" marB="27432" anchor="t">
                    <a:solidFill>
                      <a:srgbClr val="FFFFFF"/>
                    </a:solidFill>
                    <a:lnL w="6350" cap="flat" cmpd="sng" algn="ctr">
                      <a:solidFill>
                        <a:srgbClr val="E2E6E3"/>
                      </a:solidFill>
                      <a:prstDash val="solid"/>
                    </a:lnL>
                    <a:lnR w="6350" cap="flat" cmpd="sng" algn="ctr">
                      <a:solidFill>
                        <a:srgbClr val="E2E6E3"/>
                      </a:solidFill>
                      <a:prstDash val="solid"/>
                    </a:lnR>
                    <a:lnT w="6350" cap="flat" cmpd="sng" algn="ctr">
                      <a:solidFill>
                        <a:srgbClr val="E2E6E3"/>
                      </a:solidFill>
                      <a:prstDash val="solid"/>
                    </a:lnT>
                    <a:lnB w="6350" cap="flat" cmpd="sng" algn="ctr">
                      <a:solidFill>
                        <a:srgbClr val="E2E6E3"/>
                      </a:solidFill>
                      <a:prstDash val="solid"/>
                    </a:lnB>
                  </a:tcPr>
                </a:tc>
                <a:tc>
                  <a:txBody>
                    <a:bodyPr/>
                    <a:lstStyle/>
                    <a:p>
                      <a:r>
                        <a:rPr sz="1100" b="0">
                          <a:solidFill>
                            <a:srgbClr val="5B6670"/>
                          </a:solidFill>
                          <a:latin typeface="Arial"/>
                        </a:rPr>
                        <a:t/>
                      </a:r>
                    </a:p>
                  </a:txBody>
                  <a:tcPr marL="73152" marR="73152" marT="27432" marB="27432" anchor="t">
                    <a:solidFill>
                      <a:srgbClr val="FFFFFF"/>
                    </a:solidFill>
                    <a:lnL w="6350" cap="flat" cmpd="sng" algn="ctr">
                      <a:solidFill>
                        <a:srgbClr val="E2E6E3"/>
                      </a:solidFill>
                      <a:prstDash val="solid"/>
                    </a:lnL>
                    <a:lnR w="6350" cap="flat" cmpd="sng" algn="ctr">
                      <a:solidFill>
                        <a:srgbClr val="E2E6E3"/>
                      </a:solidFill>
                      <a:prstDash val="solid"/>
                    </a:lnR>
                    <a:lnT w="6350" cap="flat" cmpd="sng" algn="ctr">
                      <a:solidFill>
                        <a:srgbClr val="E2E6E3"/>
                      </a:solidFill>
                      <a:prstDash val="solid"/>
                    </a:lnT>
                    <a:lnB w="6350" cap="flat" cmpd="sng" algn="ctr">
                      <a:solidFill>
                        <a:srgbClr val="E2E6E3"/>
                      </a:solidFill>
                      <a:prstDash val="solid"/>
                    </a:lnB>
                  </a:tcPr>
                </a:tc>
              </a:tr>
              <a:tr h="709574">
                <a:tc>
                  <a:txBody>
                    <a:bodyPr/>
                    <a:lstStyle/>
                    <a:p>
                      <a:r>
                        <a:rPr sz="1100" b="1">
                          <a:solidFill>
                            <a:srgbClr val="15181A"/>
                          </a:solidFill>
                          <a:latin typeface="Arial"/>
                        </a:rPr>
                        <a:t>5.  [Dealer]</a:t>
                      </a:r>
                    </a:p>
                  </a:txBody>
                  <a:tcPr marL="73152" marR="73152" marT="27432" marB="27432" anchor="t">
                    <a:solidFill>
                      <a:srgbClr val="FFFFFF"/>
                    </a:solidFill>
                    <a:lnL w="6350" cap="flat" cmpd="sng" algn="ctr">
                      <a:solidFill>
                        <a:srgbClr val="E2E6E3"/>
                      </a:solidFill>
                      <a:prstDash val="solid"/>
                    </a:lnL>
                    <a:lnR w="6350" cap="flat" cmpd="sng" algn="ctr">
                      <a:solidFill>
                        <a:srgbClr val="E2E6E3"/>
                      </a:solidFill>
                      <a:prstDash val="solid"/>
                    </a:lnR>
                    <a:lnT w="6350" cap="flat" cmpd="sng" algn="ctr">
                      <a:solidFill>
                        <a:srgbClr val="E2E6E3"/>
                      </a:solidFill>
                      <a:prstDash val="solid"/>
                    </a:lnT>
                    <a:lnB w="6350" cap="flat" cmpd="sng" algn="ctr">
                      <a:solidFill>
                        <a:srgbClr val="E2E6E3"/>
                      </a:solidFill>
                      <a:prstDash val="solid"/>
                    </a:lnB>
                  </a:tcPr>
                </a:tc>
                <a:tc>
                  <a:txBody>
                    <a:bodyPr/>
                    <a:lstStyle/>
                    <a:p>
                      <a:r>
                        <a:rPr sz="1100" b="0">
                          <a:solidFill>
                            <a:srgbClr val="5B6670"/>
                          </a:solidFill>
                          <a:latin typeface="Arial"/>
                        </a:rPr>
                        <a:t/>
                      </a:r>
                    </a:p>
                  </a:txBody>
                  <a:tcPr marL="73152" marR="73152" marT="27432" marB="27432" anchor="t">
                    <a:solidFill>
                      <a:srgbClr val="FFFFFF"/>
                    </a:solidFill>
                    <a:lnL w="6350" cap="flat" cmpd="sng" algn="ctr">
                      <a:solidFill>
                        <a:srgbClr val="E2E6E3"/>
                      </a:solidFill>
                      <a:prstDash val="solid"/>
                    </a:lnL>
                    <a:lnR w="6350" cap="flat" cmpd="sng" algn="ctr">
                      <a:solidFill>
                        <a:srgbClr val="E2E6E3"/>
                      </a:solidFill>
                      <a:prstDash val="solid"/>
                    </a:lnR>
                    <a:lnT w="6350" cap="flat" cmpd="sng" algn="ctr">
                      <a:solidFill>
                        <a:srgbClr val="E2E6E3"/>
                      </a:solidFill>
                      <a:prstDash val="solid"/>
                    </a:lnT>
                    <a:lnB w="6350" cap="flat" cmpd="sng" algn="ctr">
                      <a:solidFill>
                        <a:srgbClr val="E2E6E3"/>
                      </a:solidFill>
                      <a:prstDash val="solid"/>
                    </a:lnB>
                  </a:tcPr>
                </a:tc>
                <a:tc>
                  <a:txBody>
                    <a:bodyPr/>
                    <a:lstStyle/>
                    <a:p>
                      <a:r>
                        <a:rPr sz="1100" b="0">
                          <a:solidFill>
                            <a:srgbClr val="5B6670"/>
                          </a:solidFill>
                          <a:latin typeface="Arial"/>
                        </a:rPr>
                        <a:t/>
                      </a:r>
                    </a:p>
                  </a:txBody>
                  <a:tcPr marL="73152" marR="73152" marT="27432" marB="27432" anchor="t">
                    <a:solidFill>
                      <a:srgbClr val="FFFFFF"/>
                    </a:solidFill>
                    <a:lnL w="6350" cap="flat" cmpd="sng" algn="ctr">
                      <a:solidFill>
                        <a:srgbClr val="E2E6E3"/>
                      </a:solidFill>
                      <a:prstDash val="solid"/>
                    </a:lnL>
                    <a:lnR w="6350" cap="flat" cmpd="sng" algn="ctr">
                      <a:solidFill>
                        <a:srgbClr val="E2E6E3"/>
                      </a:solidFill>
                      <a:prstDash val="solid"/>
                    </a:lnR>
                    <a:lnT w="6350" cap="flat" cmpd="sng" algn="ctr">
                      <a:solidFill>
                        <a:srgbClr val="E2E6E3"/>
                      </a:solidFill>
                      <a:prstDash val="solid"/>
                    </a:lnT>
                    <a:lnB w="6350" cap="flat" cmpd="sng" algn="ctr">
                      <a:solidFill>
                        <a:srgbClr val="E2E6E3"/>
                      </a:solidFill>
                      <a:prstDash val="solid"/>
                    </a:lnB>
                  </a:tcPr>
                </a:tc>
              </a:tr>
            </a:tbl>
          </a:graphicData>
        </a:graphic>
      </p:graphicFrame>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0"/>
          </p:nvPr>
        </p:nvSpPr>
        <p:spPr/>
        <p:txBody>
          <a:bodyPr/>
          <a:lstStyle/>
          <a:p>
            <a:r>
              <a:t>TERRITORY REVIEW  ·  3 OF 6  ·  WINS</a:t>
            </a:r>
          </a:p>
        </p:txBody>
      </p:sp>
      <p:sp>
        <p:nvSpPr>
          <p:cNvPr id="3" name="Title 2"/>
          <p:cNvSpPr>
            <a:spLocks noGrp="1"/>
          </p:cNvSpPr>
          <p:nvPr>
            <p:ph type="title" idx="101"/>
          </p:nvPr>
        </p:nvSpPr>
        <p:spPr/>
        <p:txBody>
          <a:bodyPr/>
          <a:lstStyle/>
          <a:p>
            <a:r>
              <a:t>Three wins</a:t>
            </a:r>
          </a:p>
        </p:txBody>
      </p:sp>
      <p:sp>
        <p:nvSpPr>
          <p:cNvPr id="4" name="Text Placeholder 3"/>
          <p:cNvSpPr>
            <a:spLocks noGrp="1"/>
          </p:cNvSpPr>
          <p:nvPr>
            <p:ph type="body" idx="102"/>
          </p:nvPr>
        </p:nvSpPr>
        <p:spPr/>
        <p:txBody>
          <a:bodyPr/>
          <a:lstStyle/>
          <a:p>
            <a:r>
              <a:t>[One line. The pattern across the three, or the one we should be copying.]</a:t>
            </a:r>
          </a:p>
        </p:txBody>
      </p:sp>
      <p:sp>
        <p:nvSpPr>
          <p:cNvPr id="5" name="Text Placeholder 4"/>
          <p:cNvSpPr>
            <a:spLocks noGrp="1"/>
          </p:cNvSpPr>
          <p:nvPr>
            <p:ph type="body" idx="106"/>
          </p:nvPr>
        </p:nvSpPr>
        <p:spPr/>
        <p:txBody>
          <a:bodyPr/>
          <a:lstStyle/>
          <a:p>
            <a:r>
              <a:t>Price</a:t>
            </a:r>
          </a:p>
        </p:txBody>
      </p:sp>
      <p:sp>
        <p:nvSpPr>
          <p:cNvPr id="6" name="Text Placeholder 5"/>
          <p:cNvSpPr>
            <a:spLocks noGrp="1"/>
          </p:cNvSpPr>
          <p:nvPr>
            <p:ph type="body" idx="107"/>
          </p:nvPr>
        </p:nvSpPr>
        <p:spPr/>
        <p:txBody>
          <a:bodyPr/>
          <a:lstStyle/>
          <a:p>
            <a:r>
              <a:t>Job: [dealer, account, job name]</a:t>
            </a:r>
          </a:p>
          <a:p>
            <a:r>
              <a:t>Size: [$ and product]</a:t>
            </a:r>
          </a:p>
          <a:p>
            <a:r>
              <a:t>Why we won on price: [ ]</a:t>
            </a:r>
          </a:p>
          <a:p>
            <a:r>
              <a:t>Repeatable: [yes or no, and why]</a:t>
            </a:r>
          </a:p>
        </p:txBody>
      </p:sp>
      <p:sp>
        <p:nvSpPr>
          <p:cNvPr id="7" name="Text Placeholder 6"/>
          <p:cNvSpPr>
            <a:spLocks noGrp="1"/>
          </p:cNvSpPr>
          <p:nvPr>
            <p:ph type="body" idx="111"/>
          </p:nvPr>
        </p:nvSpPr>
        <p:spPr/>
        <p:txBody>
          <a:bodyPr/>
          <a:lstStyle/>
          <a:p>
            <a:r>
              <a:t>Product</a:t>
            </a:r>
          </a:p>
        </p:txBody>
      </p:sp>
      <p:sp>
        <p:nvSpPr>
          <p:cNvPr id="8" name="Text Placeholder 7"/>
          <p:cNvSpPr>
            <a:spLocks noGrp="1"/>
          </p:cNvSpPr>
          <p:nvPr>
            <p:ph type="body" idx="112"/>
          </p:nvPr>
        </p:nvSpPr>
        <p:spPr/>
        <p:txBody>
          <a:bodyPr/>
          <a:lstStyle/>
          <a:p>
            <a:r>
              <a:t>Job: [dealer, account, job name]</a:t>
            </a:r>
          </a:p>
          <a:p>
            <a:r>
              <a:t>Size: [$ and product]</a:t>
            </a:r>
          </a:p>
          <a:p>
            <a:r>
              <a:t>Why we won on product: [ ]</a:t>
            </a:r>
          </a:p>
          <a:p>
            <a:r>
              <a:t>Repeatable: [yes or no, and why]</a:t>
            </a:r>
          </a:p>
        </p:txBody>
      </p:sp>
      <p:sp>
        <p:nvSpPr>
          <p:cNvPr id="9" name="Text Placeholder 8"/>
          <p:cNvSpPr>
            <a:spLocks noGrp="1"/>
          </p:cNvSpPr>
          <p:nvPr>
            <p:ph type="body" idx="116"/>
          </p:nvPr>
        </p:nvSpPr>
        <p:spPr/>
        <p:txBody>
          <a:bodyPr/>
          <a:lstStyle/>
          <a:p>
            <a:r>
              <a:t>Speed and support</a:t>
            </a:r>
          </a:p>
        </p:txBody>
      </p:sp>
      <p:sp>
        <p:nvSpPr>
          <p:cNvPr id="10" name="Text Placeholder 9"/>
          <p:cNvSpPr>
            <a:spLocks noGrp="1"/>
          </p:cNvSpPr>
          <p:nvPr>
            <p:ph type="body" idx="117"/>
          </p:nvPr>
        </p:nvSpPr>
        <p:spPr/>
        <p:txBody>
          <a:bodyPr/>
          <a:lstStyle/>
          <a:p>
            <a:r>
              <a:t>Job: [dealer, account, job name]</a:t>
            </a:r>
          </a:p>
          <a:p>
            <a:r>
              <a:t>Size: [$ and product]</a:t>
            </a:r>
          </a:p>
          <a:p>
            <a:r>
              <a:t>Why we won on speed or support: [ ]</a:t>
            </a:r>
          </a:p>
          <a:p>
            <a:r>
              <a:t>Repeatable: [yes or no, and why]</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0"/>
          </p:nvPr>
        </p:nvSpPr>
        <p:spPr/>
        <p:txBody>
          <a:bodyPr/>
          <a:lstStyle/>
          <a:p>
            <a:r>
              <a:t>TERRITORY REVIEW  ·  4 OF 6  ·  LOSSES</a:t>
            </a:r>
          </a:p>
        </p:txBody>
      </p:sp>
      <p:sp>
        <p:nvSpPr>
          <p:cNvPr id="3" name="Title 2"/>
          <p:cNvSpPr>
            <a:spLocks noGrp="1"/>
          </p:cNvSpPr>
          <p:nvPr>
            <p:ph type="title" idx="101"/>
          </p:nvPr>
        </p:nvSpPr>
        <p:spPr/>
        <p:txBody>
          <a:bodyPr/>
          <a:lstStyle/>
          <a:p>
            <a:r>
              <a:t>Three losses</a:t>
            </a:r>
          </a:p>
        </p:txBody>
      </p:sp>
      <p:sp>
        <p:nvSpPr>
          <p:cNvPr id="4" name="Text Placeholder 3"/>
          <p:cNvSpPr>
            <a:spLocks noGrp="1"/>
          </p:cNvSpPr>
          <p:nvPr>
            <p:ph type="body" idx="102"/>
          </p:nvPr>
        </p:nvSpPr>
        <p:spPr/>
        <p:txBody>
          <a:bodyPr/>
          <a:lstStyle/>
          <a:p>
            <a:r>
              <a:t>[One line. Which loss hurt most and whether we'd lose it again today.]</a:t>
            </a:r>
          </a:p>
        </p:txBody>
      </p:sp>
      <p:sp>
        <p:nvSpPr>
          <p:cNvPr id="5" name="Text Placeholder 4"/>
          <p:cNvSpPr>
            <a:spLocks noGrp="1"/>
          </p:cNvSpPr>
          <p:nvPr>
            <p:ph type="body" idx="106"/>
          </p:nvPr>
        </p:nvSpPr>
        <p:spPr/>
        <p:txBody>
          <a:bodyPr/>
          <a:lstStyle/>
          <a:p>
            <a:r>
              <a:t>Price</a:t>
            </a:r>
          </a:p>
        </p:txBody>
      </p:sp>
      <p:sp>
        <p:nvSpPr>
          <p:cNvPr id="6" name="Text Placeholder 5"/>
          <p:cNvSpPr>
            <a:spLocks noGrp="1"/>
          </p:cNvSpPr>
          <p:nvPr>
            <p:ph type="body" idx="107"/>
          </p:nvPr>
        </p:nvSpPr>
        <p:spPr/>
        <p:txBody>
          <a:bodyPr/>
          <a:lstStyle/>
          <a:p>
            <a:r>
              <a:t>Job: [dealer, account, job name]</a:t>
            </a:r>
          </a:p>
          <a:p>
            <a:r>
              <a:t>Who won: [competitor]</a:t>
            </a:r>
          </a:p>
          <a:p>
            <a:r>
              <a:t>Their number: [$ or unknown]</a:t>
            </a:r>
          </a:p>
          <a:p>
            <a:r>
              <a:t>Our number: [$]</a:t>
            </a:r>
          </a:p>
          <a:p>
            <a:r>
              <a:t>Why: [ ]</a:t>
            </a:r>
          </a:p>
          <a:p>
            <a:r>
              <a:t>Lose it again today: [yes or no]</a:t>
            </a:r>
          </a:p>
        </p:txBody>
      </p:sp>
      <p:sp>
        <p:nvSpPr>
          <p:cNvPr id="7" name="Text Placeholder 6"/>
          <p:cNvSpPr>
            <a:spLocks noGrp="1"/>
          </p:cNvSpPr>
          <p:nvPr>
            <p:ph type="body" idx="111"/>
          </p:nvPr>
        </p:nvSpPr>
        <p:spPr/>
        <p:txBody>
          <a:bodyPr/>
          <a:lstStyle/>
          <a:p>
            <a:r>
              <a:t>Product</a:t>
            </a:r>
          </a:p>
        </p:txBody>
      </p:sp>
      <p:sp>
        <p:nvSpPr>
          <p:cNvPr id="8" name="Text Placeholder 7"/>
          <p:cNvSpPr>
            <a:spLocks noGrp="1"/>
          </p:cNvSpPr>
          <p:nvPr>
            <p:ph type="body" idx="112"/>
          </p:nvPr>
        </p:nvSpPr>
        <p:spPr/>
        <p:txBody>
          <a:bodyPr/>
          <a:lstStyle/>
          <a:p>
            <a:r>
              <a:t>Job: [dealer, account, job name]</a:t>
            </a:r>
          </a:p>
          <a:p>
            <a:r>
              <a:t>Who won: [competitor]</a:t>
            </a:r>
          </a:p>
          <a:p>
            <a:r>
              <a:t>Why: [what they had that we didn't]</a:t>
            </a:r>
          </a:p>
          <a:p>
            <a:r>
              <a:t>Lose it again today: [yes or no]</a:t>
            </a:r>
          </a:p>
          <a:p>
            <a:r>
              <a:t>No product loss? Say so here.</a:t>
            </a:r>
          </a:p>
        </p:txBody>
      </p:sp>
      <p:sp>
        <p:nvSpPr>
          <p:cNvPr id="9" name="Text Placeholder 8"/>
          <p:cNvSpPr>
            <a:spLocks noGrp="1"/>
          </p:cNvSpPr>
          <p:nvPr>
            <p:ph type="body" idx="116"/>
          </p:nvPr>
        </p:nvSpPr>
        <p:spPr/>
        <p:txBody>
          <a:bodyPr/>
          <a:lstStyle/>
          <a:p>
            <a:r>
              <a:t>Speed and support</a:t>
            </a:r>
          </a:p>
        </p:txBody>
      </p:sp>
      <p:sp>
        <p:nvSpPr>
          <p:cNvPr id="10" name="Text Placeholder 9"/>
          <p:cNvSpPr>
            <a:spLocks noGrp="1"/>
          </p:cNvSpPr>
          <p:nvPr>
            <p:ph type="body" idx="117"/>
          </p:nvPr>
        </p:nvSpPr>
        <p:spPr/>
        <p:txBody>
          <a:bodyPr/>
          <a:lstStyle/>
          <a:p>
            <a:r>
              <a:t>Job: [dealer, account, job name]</a:t>
            </a:r>
          </a:p>
          <a:p>
            <a:r>
              <a:t>Who won: [competitor]</a:t>
            </a:r>
          </a:p>
          <a:p>
            <a:r>
              <a:t>Why: [lead time, quoting, service]</a:t>
            </a:r>
          </a:p>
          <a:p>
            <a:r>
              <a:t>Lose it again today: [yes or no]</a:t>
            </a:r>
          </a:p>
          <a:p>
            <a:r>
              <a:t>No speed loss? Say so here.</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0"/>
          </p:nvPr>
        </p:nvSpPr>
        <p:spPr/>
        <p:txBody>
          <a:bodyPr/>
          <a:lstStyle/>
          <a:p>
            <a:r>
              <a:t>TERRITORY REVIEW  ·  5 OF 6  ·  STRAIGHT TALK</a:t>
            </a:r>
          </a:p>
        </p:txBody>
      </p:sp>
      <p:sp>
        <p:nvSpPr>
          <p:cNvPr id="3" name="Title 2"/>
          <p:cNvSpPr>
            <a:spLocks noGrp="1"/>
          </p:cNvSpPr>
          <p:nvPr>
            <p:ph type="title" idx="101"/>
          </p:nvPr>
        </p:nvSpPr>
        <p:spPr/>
        <p:txBody>
          <a:bodyPr/>
          <a:lstStyle/>
          <a:p>
            <a:r>
              <a:t>What we do well and what we don't</a:t>
            </a:r>
          </a:p>
        </p:txBody>
      </p:sp>
      <p:sp>
        <p:nvSpPr>
          <p:cNvPr id="4" name="Text Placeholder 3"/>
          <p:cNvSpPr>
            <a:spLocks noGrp="1"/>
          </p:cNvSpPr>
          <p:nvPr>
            <p:ph type="body" idx="102"/>
          </p:nvPr>
        </p:nvSpPr>
        <p:spPr/>
        <p:txBody>
          <a:bodyPr/>
          <a:lstStyle/>
          <a:p>
            <a:r>
              <a:t>[One line. The one thing you'd change first.]</a:t>
            </a:r>
          </a:p>
        </p:txBody>
      </p:sp>
      <p:graphicFrame>
        <p:nvGraphicFramePr>
          <p:cNvPr id="5" name="Table 4"/>
          <p:cNvGraphicFramePr>
            <a:graphicFrameLocks noGrp="1"/>
          </p:cNvGraphicFramePr>
          <p:nvPr/>
        </p:nvGraphicFramePr>
        <p:xfrm>
          <a:off x="731520" y="2121408"/>
          <a:ext cx="10725912" cy="3912717"/>
        </p:xfrm>
        <a:graphic>
          <a:graphicData uri="http://schemas.openxmlformats.org/drawingml/2006/table">
            <a:tbl>
              <a:tblPr firstRow="0" bandRow="0"/>
              <a:tblGrid>
                <a:gridCol w="2130552"/>
                <a:gridCol w="4297680"/>
                <a:gridCol w="4297680"/>
              </a:tblGrid>
              <a:tr h="365760">
                <a:tc>
                  <a:txBody>
                    <a:bodyPr/>
                    <a:lstStyle/>
                    <a:p>
                      <a:r>
                        <a:rPr sz="1100" b="1">
                          <a:solidFill>
                            <a:srgbClr val="FFFFFF"/>
                          </a:solidFill>
                          <a:latin typeface="Arial"/>
                        </a:rPr>
                        <a:t/>
                      </a:r>
                    </a:p>
                  </a:txBody>
                  <a:tcPr marL="73152" marR="73152" marT="27432" marB="27432" anchor="ctr">
                    <a:solidFill>
                      <a:srgbClr val="3C7D4D"/>
                    </a:solidFill>
                    <a:lnL w="6350" cap="flat" cmpd="sng" algn="ctr">
                      <a:solidFill>
                        <a:srgbClr val="3C7D4D"/>
                      </a:solidFill>
                      <a:prstDash val="solid"/>
                    </a:lnL>
                    <a:lnR w="6350" cap="flat" cmpd="sng" algn="ctr">
                      <a:solidFill>
                        <a:srgbClr val="3C7D4D"/>
                      </a:solidFill>
                      <a:prstDash val="solid"/>
                    </a:lnR>
                    <a:lnT w="6350" cap="flat" cmpd="sng" algn="ctr">
                      <a:solidFill>
                        <a:srgbClr val="3C7D4D"/>
                      </a:solidFill>
                      <a:prstDash val="solid"/>
                    </a:lnT>
                    <a:lnB w="6350" cap="flat" cmpd="sng" algn="ctr">
                      <a:solidFill>
                        <a:srgbClr val="3C7D4D"/>
                      </a:solidFill>
                      <a:prstDash val="solid"/>
                    </a:lnB>
                  </a:tcPr>
                </a:tc>
                <a:tc>
                  <a:txBody>
                    <a:bodyPr/>
                    <a:lstStyle/>
                    <a:p>
                      <a:r>
                        <a:rPr sz="1100" b="1">
                          <a:solidFill>
                            <a:srgbClr val="FFFFFF"/>
                          </a:solidFill>
                          <a:latin typeface="Arial"/>
                        </a:rPr>
                        <a:t>What we do well</a:t>
                      </a:r>
                    </a:p>
                  </a:txBody>
                  <a:tcPr marL="73152" marR="73152" marT="27432" marB="27432" anchor="ctr">
                    <a:solidFill>
                      <a:srgbClr val="3C7D4D"/>
                    </a:solidFill>
                    <a:lnL w="6350" cap="flat" cmpd="sng" algn="ctr">
                      <a:solidFill>
                        <a:srgbClr val="3C7D4D"/>
                      </a:solidFill>
                      <a:prstDash val="solid"/>
                    </a:lnL>
                    <a:lnR w="6350" cap="flat" cmpd="sng" algn="ctr">
                      <a:solidFill>
                        <a:srgbClr val="3C7D4D"/>
                      </a:solidFill>
                      <a:prstDash val="solid"/>
                    </a:lnR>
                    <a:lnT w="6350" cap="flat" cmpd="sng" algn="ctr">
                      <a:solidFill>
                        <a:srgbClr val="3C7D4D"/>
                      </a:solidFill>
                      <a:prstDash val="solid"/>
                    </a:lnT>
                    <a:lnB w="6350" cap="flat" cmpd="sng" algn="ctr">
                      <a:solidFill>
                        <a:srgbClr val="3C7D4D"/>
                      </a:solidFill>
                      <a:prstDash val="solid"/>
                    </a:lnB>
                  </a:tcPr>
                </a:tc>
                <a:tc>
                  <a:txBody>
                    <a:bodyPr/>
                    <a:lstStyle/>
                    <a:p>
                      <a:r>
                        <a:rPr sz="1100" b="1">
                          <a:solidFill>
                            <a:srgbClr val="FFFFFF"/>
                          </a:solidFill>
                          <a:latin typeface="Arial"/>
                        </a:rPr>
                        <a:t>What we don't</a:t>
                      </a:r>
                    </a:p>
                  </a:txBody>
                  <a:tcPr marL="73152" marR="73152" marT="27432" marB="27432" anchor="ctr">
                    <a:solidFill>
                      <a:srgbClr val="3C7D4D"/>
                    </a:solidFill>
                    <a:lnL w="6350" cap="flat" cmpd="sng" algn="ctr">
                      <a:solidFill>
                        <a:srgbClr val="3C7D4D"/>
                      </a:solidFill>
                      <a:prstDash val="solid"/>
                    </a:lnL>
                    <a:lnR w="6350" cap="flat" cmpd="sng" algn="ctr">
                      <a:solidFill>
                        <a:srgbClr val="3C7D4D"/>
                      </a:solidFill>
                      <a:prstDash val="solid"/>
                    </a:lnR>
                    <a:lnT w="6350" cap="flat" cmpd="sng" algn="ctr">
                      <a:solidFill>
                        <a:srgbClr val="3C7D4D"/>
                      </a:solidFill>
                      <a:prstDash val="solid"/>
                    </a:lnT>
                    <a:lnB w="6350" cap="flat" cmpd="sng" algn="ctr">
                      <a:solidFill>
                        <a:srgbClr val="3C7D4D"/>
                      </a:solidFill>
                      <a:prstDash val="solid"/>
                    </a:lnB>
                  </a:tcPr>
                </a:tc>
              </a:tr>
              <a:tr h="1182319">
                <a:tc>
                  <a:txBody>
                    <a:bodyPr/>
                    <a:lstStyle/>
                    <a:p>
                      <a:r>
                        <a:rPr sz="1200" b="1">
                          <a:solidFill>
                            <a:srgbClr val="15181A"/>
                          </a:solidFill>
                          <a:latin typeface="Arial"/>
                        </a:rPr>
                        <a:t>Company</a:t>
                      </a:r>
                    </a:p>
                  </a:txBody>
                  <a:tcPr marL="73152" marR="73152" marT="27432" marB="27432" anchor="t">
                    <a:solidFill>
                      <a:srgbClr val="FFFFFF"/>
                    </a:solidFill>
                    <a:lnL w="6350" cap="flat" cmpd="sng" algn="ctr">
                      <a:solidFill>
                        <a:srgbClr val="E2E6E3"/>
                      </a:solidFill>
                      <a:prstDash val="solid"/>
                    </a:lnL>
                    <a:lnR w="6350" cap="flat" cmpd="sng" algn="ctr">
                      <a:solidFill>
                        <a:srgbClr val="E2E6E3"/>
                      </a:solidFill>
                      <a:prstDash val="solid"/>
                    </a:lnR>
                    <a:lnT w="6350" cap="flat" cmpd="sng" algn="ctr">
                      <a:solidFill>
                        <a:srgbClr val="E2E6E3"/>
                      </a:solidFill>
                      <a:prstDash val="solid"/>
                    </a:lnT>
                    <a:lnB w="6350" cap="flat" cmpd="sng" algn="ctr">
                      <a:solidFill>
                        <a:srgbClr val="E2E6E3"/>
                      </a:solidFill>
                      <a:prstDash val="solid"/>
                    </a:lnB>
                  </a:tcPr>
                </a:tc>
                <a:tc>
                  <a:txBody>
                    <a:bodyPr/>
                    <a:lstStyle/>
                    <a:p>
                      <a:r>
                        <a:rPr sz="1200" b="0">
                          <a:solidFill>
                            <a:srgbClr val="5B6670"/>
                          </a:solidFill>
                          <a:latin typeface="Arial"/>
                        </a:rPr>
                        <a:t>[One thing]</a:t>
                      </a:r>
                    </a:p>
                  </a:txBody>
                  <a:tcPr marL="73152" marR="73152" marT="27432" marB="27432" anchor="t">
                    <a:solidFill>
                      <a:srgbClr val="FFFFFF"/>
                    </a:solidFill>
                    <a:lnL w="6350" cap="flat" cmpd="sng" algn="ctr">
                      <a:solidFill>
                        <a:srgbClr val="E2E6E3"/>
                      </a:solidFill>
                      <a:prstDash val="solid"/>
                    </a:lnL>
                    <a:lnR w="6350" cap="flat" cmpd="sng" algn="ctr">
                      <a:solidFill>
                        <a:srgbClr val="E2E6E3"/>
                      </a:solidFill>
                      <a:prstDash val="solid"/>
                    </a:lnR>
                    <a:lnT w="6350" cap="flat" cmpd="sng" algn="ctr">
                      <a:solidFill>
                        <a:srgbClr val="E2E6E3"/>
                      </a:solidFill>
                      <a:prstDash val="solid"/>
                    </a:lnT>
                    <a:lnB w="6350" cap="flat" cmpd="sng" algn="ctr">
                      <a:solidFill>
                        <a:srgbClr val="E2E6E3"/>
                      </a:solidFill>
                      <a:prstDash val="solid"/>
                    </a:lnB>
                  </a:tcPr>
                </a:tc>
                <a:tc>
                  <a:txBody>
                    <a:bodyPr/>
                    <a:lstStyle/>
                    <a:p>
                      <a:r>
                        <a:rPr sz="1200" b="0">
                          <a:solidFill>
                            <a:srgbClr val="5B6670"/>
                          </a:solidFill>
                          <a:latin typeface="Arial"/>
                        </a:rPr>
                        <a:t>[One thing]</a:t>
                      </a:r>
                    </a:p>
                  </a:txBody>
                  <a:tcPr marL="73152" marR="73152" marT="27432" marB="27432" anchor="t">
                    <a:solidFill>
                      <a:srgbClr val="FFFFFF"/>
                    </a:solidFill>
                    <a:lnL w="6350" cap="flat" cmpd="sng" algn="ctr">
                      <a:solidFill>
                        <a:srgbClr val="E2E6E3"/>
                      </a:solidFill>
                      <a:prstDash val="solid"/>
                    </a:lnL>
                    <a:lnR w="6350" cap="flat" cmpd="sng" algn="ctr">
                      <a:solidFill>
                        <a:srgbClr val="E2E6E3"/>
                      </a:solidFill>
                      <a:prstDash val="solid"/>
                    </a:lnR>
                    <a:lnT w="6350" cap="flat" cmpd="sng" algn="ctr">
                      <a:solidFill>
                        <a:srgbClr val="E2E6E3"/>
                      </a:solidFill>
                      <a:prstDash val="solid"/>
                    </a:lnT>
                    <a:lnB w="6350" cap="flat" cmpd="sng" algn="ctr">
                      <a:solidFill>
                        <a:srgbClr val="E2E6E3"/>
                      </a:solidFill>
                      <a:prstDash val="solid"/>
                    </a:lnB>
                  </a:tcPr>
                </a:tc>
              </a:tr>
              <a:tr h="1182319">
                <a:tc>
                  <a:txBody>
                    <a:bodyPr/>
                    <a:lstStyle/>
                    <a:p>
                      <a:r>
                        <a:rPr sz="1200" b="1">
                          <a:solidFill>
                            <a:srgbClr val="15181A"/>
                          </a:solidFill>
                          <a:latin typeface="Arial"/>
                        </a:rPr>
                        <a:t>Marketing</a:t>
                      </a:r>
                    </a:p>
                  </a:txBody>
                  <a:tcPr marL="73152" marR="73152" marT="27432" marB="27432" anchor="t">
                    <a:solidFill>
                      <a:srgbClr val="FFFFFF"/>
                    </a:solidFill>
                    <a:lnL w="6350" cap="flat" cmpd="sng" algn="ctr">
                      <a:solidFill>
                        <a:srgbClr val="E2E6E3"/>
                      </a:solidFill>
                      <a:prstDash val="solid"/>
                    </a:lnL>
                    <a:lnR w="6350" cap="flat" cmpd="sng" algn="ctr">
                      <a:solidFill>
                        <a:srgbClr val="E2E6E3"/>
                      </a:solidFill>
                      <a:prstDash val="solid"/>
                    </a:lnR>
                    <a:lnT w="6350" cap="flat" cmpd="sng" algn="ctr">
                      <a:solidFill>
                        <a:srgbClr val="E2E6E3"/>
                      </a:solidFill>
                      <a:prstDash val="solid"/>
                    </a:lnT>
                    <a:lnB w="6350" cap="flat" cmpd="sng" algn="ctr">
                      <a:solidFill>
                        <a:srgbClr val="E2E6E3"/>
                      </a:solidFill>
                      <a:prstDash val="solid"/>
                    </a:lnB>
                  </a:tcPr>
                </a:tc>
                <a:tc>
                  <a:txBody>
                    <a:bodyPr/>
                    <a:lstStyle/>
                    <a:p>
                      <a:r>
                        <a:rPr sz="1200" b="0">
                          <a:solidFill>
                            <a:srgbClr val="5B6670"/>
                          </a:solidFill>
                          <a:latin typeface="Arial"/>
                        </a:rPr>
                        <a:t>[One thing]</a:t>
                      </a:r>
                    </a:p>
                  </a:txBody>
                  <a:tcPr marL="73152" marR="73152" marT="27432" marB="27432" anchor="t">
                    <a:solidFill>
                      <a:srgbClr val="FFFFFF"/>
                    </a:solidFill>
                    <a:lnL w="6350" cap="flat" cmpd="sng" algn="ctr">
                      <a:solidFill>
                        <a:srgbClr val="E2E6E3"/>
                      </a:solidFill>
                      <a:prstDash val="solid"/>
                    </a:lnL>
                    <a:lnR w="6350" cap="flat" cmpd="sng" algn="ctr">
                      <a:solidFill>
                        <a:srgbClr val="E2E6E3"/>
                      </a:solidFill>
                      <a:prstDash val="solid"/>
                    </a:lnR>
                    <a:lnT w="6350" cap="flat" cmpd="sng" algn="ctr">
                      <a:solidFill>
                        <a:srgbClr val="E2E6E3"/>
                      </a:solidFill>
                      <a:prstDash val="solid"/>
                    </a:lnT>
                    <a:lnB w="6350" cap="flat" cmpd="sng" algn="ctr">
                      <a:solidFill>
                        <a:srgbClr val="E2E6E3"/>
                      </a:solidFill>
                      <a:prstDash val="solid"/>
                    </a:lnB>
                  </a:tcPr>
                </a:tc>
                <a:tc>
                  <a:txBody>
                    <a:bodyPr/>
                    <a:lstStyle/>
                    <a:p>
                      <a:r>
                        <a:rPr sz="1200" b="0">
                          <a:solidFill>
                            <a:srgbClr val="5B6670"/>
                          </a:solidFill>
                          <a:latin typeface="Arial"/>
                        </a:rPr>
                        <a:t>[One thing]</a:t>
                      </a:r>
                    </a:p>
                  </a:txBody>
                  <a:tcPr marL="73152" marR="73152" marT="27432" marB="27432" anchor="t">
                    <a:solidFill>
                      <a:srgbClr val="FFFFFF"/>
                    </a:solidFill>
                    <a:lnL w="6350" cap="flat" cmpd="sng" algn="ctr">
                      <a:solidFill>
                        <a:srgbClr val="E2E6E3"/>
                      </a:solidFill>
                      <a:prstDash val="solid"/>
                    </a:lnL>
                    <a:lnR w="6350" cap="flat" cmpd="sng" algn="ctr">
                      <a:solidFill>
                        <a:srgbClr val="E2E6E3"/>
                      </a:solidFill>
                      <a:prstDash val="solid"/>
                    </a:lnR>
                    <a:lnT w="6350" cap="flat" cmpd="sng" algn="ctr">
                      <a:solidFill>
                        <a:srgbClr val="E2E6E3"/>
                      </a:solidFill>
                      <a:prstDash val="solid"/>
                    </a:lnT>
                    <a:lnB w="6350" cap="flat" cmpd="sng" algn="ctr">
                      <a:solidFill>
                        <a:srgbClr val="E2E6E3"/>
                      </a:solidFill>
                      <a:prstDash val="solid"/>
                    </a:lnB>
                  </a:tcPr>
                </a:tc>
              </a:tr>
              <a:tr h="1182319">
                <a:tc>
                  <a:txBody>
                    <a:bodyPr/>
                    <a:lstStyle/>
                    <a:p>
                      <a:r>
                        <a:rPr sz="1200" b="1">
                          <a:solidFill>
                            <a:srgbClr val="15181A"/>
                          </a:solidFill>
                          <a:latin typeface="Arial"/>
                        </a:rPr>
                        <a:t>Sales direction</a:t>
                      </a:r>
                    </a:p>
                  </a:txBody>
                  <a:tcPr marL="73152" marR="73152" marT="27432" marB="27432" anchor="t">
                    <a:solidFill>
                      <a:srgbClr val="FFFFFF"/>
                    </a:solidFill>
                    <a:lnL w="6350" cap="flat" cmpd="sng" algn="ctr">
                      <a:solidFill>
                        <a:srgbClr val="E2E6E3"/>
                      </a:solidFill>
                      <a:prstDash val="solid"/>
                    </a:lnL>
                    <a:lnR w="6350" cap="flat" cmpd="sng" algn="ctr">
                      <a:solidFill>
                        <a:srgbClr val="E2E6E3"/>
                      </a:solidFill>
                      <a:prstDash val="solid"/>
                    </a:lnR>
                    <a:lnT w="6350" cap="flat" cmpd="sng" algn="ctr">
                      <a:solidFill>
                        <a:srgbClr val="E2E6E3"/>
                      </a:solidFill>
                      <a:prstDash val="solid"/>
                    </a:lnT>
                    <a:lnB w="6350" cap="flat" cmpd="sng" algn="ctr">
                      <a:solidFill>
                        <a:srgbClr val="E2E6E3"/>
                      </a:solidFill>
                      <a:prstDash val="solid"/>
                    </a:lnB>
                  </a:tcPr>
                </a:tc>
                <a:tc>
                  <a:txBody>
                    <a:bodyPr/>
                    <a:lstStyle/>
                    <a:p>
                      <a:r>
                        <a:rPr sz="1200" b="0">
                          <a:solidFill>
                            <a:srgbClr val="5B6670"/>
                          </a:solidFill>
                          <a:latin typeface="Arial"/>
                        </a:rPr>
                        <a:t>[One thing]</a:t>
                      </a:r>
                    </a:p>
                  </a:txBody>
                  <a:tcPr marL="73152" marR="73152" marT="27432" marB="27432" anchor="t">
                    <a:solidFill>
                      <a:srgbClr val="FFFFFF"/>
                    </a:solidFill>
                    <a:lnL w="6350" cap="flat" cmpd="sng" algn="ctr">
                      <a:solidFill>
                        <a:srgbClr val="E2E6E3"/>
                      </a:solidFill>
                      <a:prstDash val="solid"/>
                    </a:lnL>
                    <a:lnR w="6350" cap="flat" cmpd="sng" algn="ctr">
                      <a:solidFill>
                        <a:srgbClr val="E2E6E3"/>
                      </a:solidFill>
                      <a:prstDash val="solid"/>
                    </a:lnR>
                    <a:lnT w="6350" cap="flat" cmpd="sng" algn="ctr">
                      <a:solidFill>
                        <a:srgbClr val="E2E6E3"/>
                      </a:solidFill>
                      <a:prstDash val="solid"/>
                    </a:lnT>
                    <a:lnB w="6350" cap="flat" cmpd="sng" algn="ctr">
                      <a:solidFill>
                        <a:srgbClr val="E2E6E3"/>
                      </a:solidFill>
                      <a:prstDash val="solid"/>
                    </a:lnB>
                  </a:tcPr>
                </a:tc>
                <a:tc>
                  <a:txBody>
                    <a:bodyPr/>
                    <a:lstStyle/>
                    <a:p>
                      <a:r>
                        <a:rPr sz="1200" b="0">
                          <a:solidFill>
                            <a:srgbClr val="5B6670"/>
                          </a:solidFill>
                          <a:latin typeface="Arial"/>
                        </a:rPr>
                        <a:t>[One thing]</a:t>
                      </a:r>
                    </a:p>
                  </a:txBody>
                  <a:tcPr marL="73152" marR="73152" marT="27432" marB="27432" anchor="t">
                    <a:solidFill>
                      <a:srgbClr val="FFFFFF"/>
                    </a:solidFill>
                    <a:lnL w="6350" cap="flat" cmpd="sng" algn="ctr">
                      <a:solidFill>
                        <a:srgbClr val="E2E6E3"/>
                      </a:solidFill>
                      <a:prstDash val="solid"/>
                    </a:lnL>
                    <a:lnR w="6350" cap="flat" cmpd="sng" algn="ctr">
                      <a:solidFill>
                        <a:srgbClr val="E2E6E3"/>
                      </a:solidFill>
                      <a:prstDash val="solid"/>
                    </a:lnR>
                    <a:lnT w="6350" cap="flat" cmpd="sng" algn="ctr">
                      <a:solidFill>
                        <a:srgbClr val="E2E6E3"/>
                      </a:solidFill>
                      <a:prstDash val="solid"/>
                    </a:lnT>
                    <a:lnB w="6350" cap="flat" cmpd="sng" algn="ctr">
                      <a:solidFill>
                        <a:srgbClr val="E2E6E3"/>
                      </a:solidFill>
                      <a:prstDash val="solid"/>
                    </a:lnB>
                  </a:tcPr>
                </a:tc>
              </a:tr>
            </a:tbl>
          </a:graphicData>
        </a:graphic>
      </p:graphicFrame>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0"/>
          </p:nvPr>
        </p:nvSpPr>
        <p:spPr/>
        <p:txBody>
          <a:bodyPr/>
          <a:lstStyle/>
          <a:p>
            <a:r>
              <a:t>TERRITORY REVIEW  ·  6 OF 6  ·  Q4</a:t>
            </a:r>
          </a:p>
        </p:txBody>
      </p:sp>
      <p:sp>
        <p:nvSpPr>
          <p:cNvPr id="3" name="Title 2"/>
          <p:cNvSpPr>
            <a:spLocks noGrp="1"/>
          </p:cNvSpPr>
          <p:nvPr>
            <p:ph type="title" idx="101"/>
          </p:nvPr>
        </p:nvSpPr>
        <p:spPr/>
        <p:txBody>
          <a:bodyPr/>
          <a:lstStyle/>
          <a:p>
            <a:r>
              <a:t>Q4 plan</a:t>
            </a:r>
          </a:p>
        </p:txBody>
      </p:sp>
      <p:sp>
        <p:nvSpPr>
          <p:cNvPr id="4" name="Text Placeholder 3"/>
          <p:cNvSpPr>
            <a:spLocks noGrp="1"/>
          </p:cNvSpPr>
          <p:nvPr>
            <p:ph type="body" idx="102"/>
          </p:nvPr>
        </p:nvSpPr>
        <p:spPr/>
        <p:txBody>
          <a:bodyPr/>
          <a:lstStyle/>
          <a:p>
            <a:r>
              <a:t>[One line. What Q4 looks like if these land.]</a:t>
            </a:r>
          </a:p>
        </p:txBody>
      </p:sp>
      <p:sp>
        <p:nvSpPr>
          <p:cNvPr id="5" name="Text Placeholder 4"/>
          <p:cNvSpPr>
            <a:spLocks noGrp="1"/>
          </p:cNvSpPr>
          <p:nvPr>
            <p:ph type="body" idx="106"/>
          </p:nvPr>
        </p:nvSpPr>
        <p:spPr/>
        <p:txBody>
          <a:bodyPr/>
          <a:lstStyle/>
          <a:p>
            <a:r>
              <a:t>Three projects I'm going after</a:t>
            </a:r>
          </a:p>
        </p:txBody>
      </p:sp>
      <p:sp>
        <p:nvSpPr>
          <p:cNvPr id="6" name="Text Placeholder 5"/>
          <p:cNvSpPr>
            <a:spLocks noGrp="1"/>
          </p:cNvSpPr>
          <p:nvPr>
            <p:ph type="body" idx="107"/>
          </p:nvPr>
        </p:nvSpPr>
        <p:spPr/>
        <p:txBody>
          <a:bodyPr/>
          <a:lstStyle/>
          <a:p>
            <a:r>
              <a:t>1. [Job, dealer, $, close date]</a:t>
            </a:r>
          </a:p>
          <a:p>
            <a:r>
              <a:t>2. [Job, dealer, $, close date]</a:t>
            </a:r>
          </a:p>
          <a:p>
            <a:r>
              <a:t>3. [Job, dealer, $, close date]</a:t>
            </a:r>
          </a:p>
        </p:txBody>
      </p:sp>
      <p:sp>
        <p:nvSpPr>
          <p:cNvPr id="7" name="Text Placeholder 6"/>
          <p:cNvSpPr>
            <a:spLocks noGrp="1"/>
          </p:cNvSpPr>
          <p:nvPr>
            <p:ph type="body" idx="111"/>
          </p:nvPr>
        </p:nvSpPr>
        <p:spPr/>
        <p:txBody>
          <a:bodyPr/>
          <a:lstStyle/>
          <a:p>
            <a:r>
              <a:t>One dealer I'm going to grow</a:t>
            </a:r>
          </a:p>
        </p:txBody>
      </p:sp>
      <p:sp>
        <p:nvSpPr>
          <p:cNvPr id="8" name="Text Placeholder 7"/>
          <p:cNvSpPr>
            <a:spLocks noGrp="1"/>
          </p:cNvSpPr>
          <p:nvPr>
            <p:ph type="body" idx="112"/>
          </p:nvPr>
        </p:nvSpPr>
        <p:spPr/>
        <p:txBody>
          <a:bodyPr/>
          <a:lstStyle/>
          <a:p>
            <a:r>
              <a:t>Dealer: [name]</a:t>
            </a:r>
          </a:p>
          <a:p>
            <a:r>
              <a:t>From: [today's run rate]</a:t>
            </a:r>
          </a:p>
          <a:p>
            <a:r>
              <a:t>To: [target]</a:t>
            </a:r>
          </a:p>
          <a:p>
            <a:r>
              <a:t>How: [the specific move]</a:t>
            </a:r>
          </a:p>
        </p:txBody>
      </p:sp>
      <p:sp>
        <p:nvSpPr>
          <p:cNvPr id="9" name="Text Placeholder 8"/>
          <p:cNvSpPr>
            <a:spLocks noGrp="1"/>
          </p:cNvSpPr>
          <p:nvPr>
            <p:ph type="body" idx="116"/>
          </p:nvPr>
        </p:nvSpPr>
        <p:spPr/>
        <p:txBody>
          <a:bodyPr/>
          <a:lstStyle/>
          <a:p>
            <a:r>
              <a:t>One thing I'll do differently</a:t>
            </a:r>
          </a:p>
        </p:txBody>
      </p:sp>
      <p:sp>
        <p:nvSpPr>
          <p:cNvPr id="10" name="Text Placeholder 9"/>
          <p:cNvSpPr>
            <a:spLocks noGrp="1"/>
          </p:cNvSpPr>
          <p:nvPr>
            <p:ph type="body" idx="117"/>
          </p:nvPr>
        </p:nvSpPr>
        <p:spPr/>
        <p:txBody>
          <a:bodyPr/>
          <a:lstStyle/>
          <a:p>
            <a:r>
              <a:t>What: [ ]</a:t>
            </a:r>
          </a:p>
          <a:p>
            <a:r>
              <a:t>Why: [what the wins and losses told you]</a:t>
            </a:r>
          </a:p>
          <a:p>
            <a:r>
              <a:t>What I need from Steel King: [ ]</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15</Slides>
  <Notes>15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15</vt:i4>
      </vt:variant>
    </vt:vector>
  </HeadingPairs>
  <TitlesOfParts>
    <vt:vector size="1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vector>
  </TitlesOfParts>
  <Company>Steel King Industries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Steel King Presentation System</dc:title>
  <dc:subject>PptxGenJS Presentation</dc:subject>
  <dc:creator>Steel King Industries</dc:creator>
  <cp:lastModifiedBy>Steel King Industries</cp:lastModifiedBy>
  <cp:revision>1</cp:revision>
  <dcterms:created xsi:type="dcterms:W3CDTF">2026-09-11T23:28:37Z</dcterms:created>
  <dcterms:modified xsi:type="dcterms:W3CDTF">2026-09-11T23:28:37Z</dcterms:modified>
</cp:coreProperties>
</file>